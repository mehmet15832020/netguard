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Lst>
  <p:sldSz cx="25203150" cy="36004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aşlık Slaydı">
    <p:spTree>
      <p:nvGrpSpPr>
        <p:cNvPr id="1" name=""/>
        <p:cNvGrpSpPr/>
        <p:nvPr/>
      </p:nvGrpSpPr>
      <p:grpSpPr>
        <a:xfrm>
          <a:off x="0" y="0"/>
          <a:ext cx="0" cy="0"/>
          <a:chOff x="0" y="0"/>
          <a:chExt cx="0" cy="0"/>
        </a:xfrm>
      </p:grpSpPr>
      <p:sp>
        <p:nvSpPr>
          <p:cNvPr id="4" name="PlaceHolder 1"/>
          <p:cNvSpPr>
            <a:spLocks noGrp="1"/>
          </p:cNvSpPr>
          <p:nvPr>
            <p:ph type="title"/>
          </p:nvPr>
        </p:nvSpPr>
        <p:spPr>
          <a:xfrm>
            <a:off x="1260000" y="1441800"/>
            <a:ext cx="22682520" cy="6000480"/>
          </a:xfrm>
          <a:prstGeom prst="rect">
            <a:avLst/>
          </a:prstGeom>
          <a:noFill/>
          <a:ln w="0">
            <a:noFill/>
          </a:ln>
        </p:spPr>
        <p:txBody>
          <a:bodyPr lIns="0" rIns="0" tIns="0" bIns="0" anchor="ctr">
            <a:noAutofit/>
          </a:bodyPr>
          <a:p>
            <a:pPr indent="0">
              <a:buNone/>
            </a:pPr>
            <a:endParaRPr b="0" lang="tr-TR" sz="6900" spc="-1" strike="noStrike">
              <a:solidFill>
                <a:schemeClr val="dk1"/>
              </a:solidFill>
              <a:latin typeface="Calibri"/>
            </a:endParaRPr>
          </a:p>
        </p:txBody>
      </p:sp>
      <p:sp>
        <p:nvSpPr>
          <p:cNvPr id="5" name="PlaceHolder 2"/>
          <p:cNvSpPr>
            <a:spLocks noGrp="1"/>
          </p:cNvSpPr>
          <p:nvPr>
            <p:ph type="subTitle"/>
          </p:nvPr>
        </p:nvSpPr>
        <p:spPr>
          <a:xfrm>
            <a:off x="1260000" y="8059320"/>
            <a:ext cx="11135520" cy="3358440"/>
          </a:xfrm>
          <a:prstGeom prst="rect">
            <a:avLst/>
          </a:prstGeom>
          <a:noFill/>
          <a:ln w="0">
            <a:noFill/>
          </a:ln>
        </p:spPr>
        <p:txBody>
          <a:bodyPr lIns="0" rIns="0" tIns="0" bIns="0" anchor="ctr">
            <a:noAutofit/>
          </a:bodyPr>
          <a:p>
            <a:pPr indent="0" algn="ctr">
              <a:buNone/>
            </a:pPr>
            <a:endParaRPr b="0" lang="tr-T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BE7D6EC-22A9-4167-9455-8875E475BD67}" type="slidenum">
              <a:t>&lt;#&gt;</a:t>
            </a:fld>
          </a:p>
        </p:txBody>
      </p:sp>
      <p:sp>
        <p:nvSpPr>
          <p:cNvPr id="6" name="PlaceHolder 5"/>
          <p:cNvSpPr>
            <a:spLocks noGrp="1"/>
          </p:cNvSpPr>
          <p:nvPr>
            <p:ph type="dt" idx="1"/>
          </p:nvPr>
        </p:nvSpPr>
        <p:spPr/>
        <p:txBody>
          <a:bodyPr/>
          <a:p>
            <a:r>
              <a:rPr lang="tr-T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Başlık, Dikey Meti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8E00838-2F20-4AF9-BC74-38E85FA2EB52}" type="slidenum">
              <a:t>&lt;#&gt;</a:t>
            </a:fld>
          </a:p>
        </p:txBody>
      </p:sp>
      <p:sp>
        <p:nvSpPr>
          <p:cNvPr id="4" name="PlaceHolder 3"/>
          <p:cNvSpPr>
            <a:spLocks noGrp="1"/>
          </p:cNvSpPr>
          <p:nvPr>
            <p:ph type="dt" idx="4"/>
          </p:nvPr>
        </p:nvSpPr>
        <p:spPr/>
        <p:txBody>
          <a:bodyPr/>
          <a:p>
            <a:r>
              <a:rPr lang="tr-T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ikey Başlık ve Meti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587E897-694F-4505-9669-AC333D539507}" type="slidenum">
              <a:t>&lt;#&gt;</a:t>
            </a:fld>
          </a:p>
        </p:txBody>
      </p:sp>
      <p:sp>
        <p:nvSpPr>
          <p:cNvPr id="4" name="PlaceHolder 3"/>
          <p:cNvSpPr>
            <a:spLocks noGrp="1"/>
          </p:cNvSpPr>
          <p:nvPr>
            <p:ph type="dt" idx="7"/>
          </p:nvPr>
        </p:nvSpPr>
        <p:spPr/>
        <p:txBody>
          <a:bodyPr/>
          <a:p>
            <a:r>
              <a:rPr lang="tr-T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aşlık ve İçerik">
    <p:spTree>
      <p:nvGrpSpPr>
        <p:cNvPr id="1" name=""/>
        <p:cNvGrpSpPr/>
        <p:nvPr/>
      </p:nvGrpSpPr>
      <p:grpSpPr>
        <a:xfrm>
          <a:off x="0" y="0"/>
          <a:ext cx="0" cy="0"/>
          <a:chOff x="0" y="0"/>
          <a:chExt cx="0" cy="0"/>
        </a:xfrm>
      </p:grpSpPr>
      <p:sp>
        <p:nvSpPr>
          <p:cNvPr id="21" name="PlaceHolder 1"/>
          <p:cNvSpPr>
            <a:spLocks noGrp="1"/>
          </p:cNvSpPr>
          <p:nvPr>
            <p:ph type="title"/>
          </p:nvPr>
        </p:nvSpPr>
        <p:spPr>
          <a:xfrm>
            <a:off x="1260000" y="1441800"/>
            <a:ext cx="22682520" cy="6000480"/>
          </a:xfrm>
          <a:prstGeom prst="rect">
            <a:avLst/>
          </a:prstGeom>
          <a:noFill/>
          <a:ln w="0">
            <a:noFill/>
          </a:ln>
        </p:spPr>
        <p:txBody>
          <a:bodyPr lIns="0" rIns="0" tIns="0" bIns="0" anchor="ctr">
            <a:noAutofit/>
          </a:bodyPr>
          <a:p>
            <a:pPr indent="0">
              <a:buNone/>
            </a:pPr>
            <a:endParaRPr b="0" lang="tr-TR" sz="6900" spc="-1" strike="noStrike">
              <a:solidFill>
                <a:schemeClr val="dk1"/>
              </a:solidFill>
              <a:latin typeface="Calibri"/>
            </a:endParaRPr>
          </a:p>
        </p:txBody>
      </p:sp>
      <p:sp>
        <p:nvSpPr>
          <p:cNvPr id="22" name="PlaceHolder 2"/>
          <p:cNvSpPr>
            <a:spLocks noGrp="1"/>
          </p:cNvSpPr>
          <p:nvPr>
            <p:ph/>
          </p:nvPr>
        </p:nvSpPr>
        <p:spPr>
          <a:xfrm>
            <a:off x="1260000" y="8059320"/>
            <a:ext cx="11135520" cy="3358440"/>
          </a:xfrm>
          <a:prstGeom prst="rect">
            <a:avLst/>
          </a:prstGeom>
          <a:noFill/>
          <a:ln w="0">
            <a:noFill/>
          </a:ln>
        </p:spPr>
        <p:txBody>
          <a:bodyPr lIns="0" rIns="0" tIns="0" bIns="0" anchor="t">
            <a:normAutofit fontScale="79670"/>
          </a:bodyPr>
          <a:p>
            <a:pPr indent="0">
              <a:spcBef>
                <a:spcPts val="1417"/>
              </a:spcBef>
              <a:buNone/>
            </a:pPr>
            <a:endParaRPr b="0" lang="tr-TR" sz="12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5B1B783-4EE0-4B34-8226-E75BD3CC6744}" type="slidenum">
              <a:t>&lt;#&gt;</a:t>
            </a:fld>
          </a:p>
        </p:txBody>
      </p:sp>
      <p:sp>
        <p:nvSpPr>
          <p:cNvPr id="6" name="PlaceHolder 5"/>
          <p:cNvSpPr>
            <a:spLocks noGrp="1"/>
          </p:cNvSpPr>
          <p:nvPr>
            <p:ph type="dt" idx="10"/>
          </p:nvPr>
        </p:nvSpPr>
        <p:spPr/>
        <p:txBody>
          <a:bodyPr/>
          <a:p>
            <a:r>
              <a:rPr lang="tr-T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ölüm Üstbilgisi">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FD457AE-6D9B-4A5F-B02E-AB565BE2D9AE}" type="slidenum">
              <a:t>&lt;#&gt;</a:t>
            </a:fld>
          </a:p>
        </p:txBody>
      </p:sp>
      <p:sp>
        <p:nvSpPr>
          <p:cNvPr id="4" name="PlaceHolder 3"/>
          <p:cNvSpPr>
            <a:spLocks noGrp="1"/>
          </p:cNvSpPr>
          <p:nvPr>
            <p:ph type="dt" idx="13"/>
          </p:nvPr>
        </p:nvSpPr>
        <p:spPr/>
        <p:txBody>
          <a:bodyPr/>
          <a:p>
            <a:r>
              <a:rPr lang="tr-T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İki İçerik">
    <p:spTree>
      <p:nvGrpSpPr>
        <p:cNvPr id="1" name=""/>
        <p:cNvGrpSpPr/>
        <p:nvPr/>
      </p:nvGrpSpPr>
      <p:grpSpPr>
        <a:xfrm>
          <a:off x="0" y="0"/>
          <a:ext cx="0" cy="0"/>
          <a:chOff x="0" y="0"/>
          <a:chExt cx="0" cy="0"/>
        </a:xfrm>
      </p:grpSpPr>
      <p:sp>
        <p:nvSpPr>
          <p:cNvPr id="34" name="PlaceHolder 1"/>
          <p:cNvSpPr>
            <a:spLocks noGrp="1"/>
          </p:cNvSpPr>
          <p:nvPr>
            <p:ph type="title"/>
          </p:nvPr>
        </p:nvSpPr>
        <p:spPr>
          <a:xfrm>
            <a:off x="1260000" y="1441800"/>
            <a:ext cx="22682520" cy="6000480"/>
          </a:xfrm>
          <a:prstGeom prst="rect">
            <a:avLst/>
          </a:prstGeom>
          <a:noFill/>
          <a:ln w="0">
            <a:noFill/>
          </a:ln>
        </p:spPr>
        <p:txBody>
          <a:bodyPr lIns="0" rIns="0" tIns="0" bIns="0" anchor="ctr">
            <a:noAutofit/>
          </a:bodyPr>
          <a:p>
            <a:pPr indent="0">
              <a:buNone/>
            </a:pPr>
            <a:endParaRPr b="0" lang="tr-TR" sz="6900" spc="-1" strike="noStrike">
              <a:solidFill>
                <a:schemeClr val="dk1"/>
              </a:solidFill>
              <a:latin typeface="Calibri"/>
            </a:endParaRPr>
          </a:p>
        </p:txBody>
      </p:sp>
      <p:sp>
        <p:nvSpPr>
          <p:cNvPr id="35" name="PlaceHolder 2"/>
          <p:cNvSpPr>
            <a:spLocks noGrp="1"/>
          </p:cNvSpPr>
          <p:nvPr>
            <p:ph/>
          </p:nvPr>
        </p:nvSpPr>
        <p:spPr>
          <a:xfrm>
            <a:off x="1260000" y="8059320"/>
            <a:ext cx="5433840" cy="3358440"/>
          </a:xfrm>
          <a:prstGeom prst="rect">
            <a:avLst/>
          </a:prstGeom>
          <a:noFill/>
          <a:ln w="0">
            <a:noFill/>
          </a:ln>
        </p:spPr>
        <p:txBody>
          <a:bodyPr lIns="0" rIns="0" tIns="0" bIns="0" anchor="t">
            <a:normAutofit fontScale="53113"/>
          </a:bodyPr>
          <a:p>
            <a:pPr indent="0">
              <a:spcBef>
                <a:spcPts val="1417"/>
              </a:spcBef>
              <a:buNone/>
            </a:pPr>
            <a:endParaRPr b="0" lang="tr-TR" sz="12200" spc="-1" strike="noStrike">
              <a:solidFill>
                <a:schemeClr val="dk1"/>
              </a:solidFill>
              <a:latin typeface="Calibri"/>
            </a:endParaRPr>
          </a:p>
        </p:txBody>
      </p:sp>
      <p:sp>
        <p:nvSpPr>
          <p:cNvPr id="36" name="PlaceHolder 3"/>
          <p:cNvSpPr>
            <a:spLocks noGrp="1"/>
          </p:cNvSpPr>
          <p:nvPr>
            <p:ph/>
          </p:nvPr>
        </p:nvSpPr>
        <p:spPr>
          <a:xfrm>
            <a:off x="6966000" y="8059320"/>
            <a:ext cx="5433840" cy="3358440"/>
          </a:xfrm>
          <a:prstGeom prst="rect">
            <a:avLst/>
          </a:prstGeom>
          <a:noFill/>
          <a:ln w="0">
            <a:noFill/>
          </a:ln>
        </p:spPr>
        <p:txBody>
          <a:bodyPr lIns="0" rIns="0" tIns="0" bIns="0" anchor="t">
            <a:normAutofit fontScale="53113"/>
          </a:bodyPr>
          <a:p>
            <a:pPr indent="0">
              <a:spcBef>
                <a:spcPts val="1417"/>
              </a:spcBef>
              <a:buNone/>
            </a:pPr>
            <a:endParaRPr b="0" lang="tr-TR" sz="12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B428BC9E-2AA7-4FD6-BAC9-BA6764851F6E}" type="slidenum">
              <a:t>&lt;#&gt;</a:t>
            </a:fld>
          </a:p>
        </p:txBody>
      </p:sp>
      <p:sp>
        <p:nvSpPr>
          <p:cNvPr id="7" name="PlaceHolder 6"/>
          <p:cNvSpPr>
            <a:spLocks noGrp="1"/>
          </p:cNvSpPr>
          <p:nvPr>
            <p:ph type="dt" idx="16"/>
          </p:nvPr>
        </p:nvSpPr>
        <p:spPr/>
        <p:txBody>
          <a:bodyPr/>
          <a:p>
            <a:r>
              <a:rPr lang="tr-T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rşılaştırma">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3B9414F4-FC82-4804-8976-50662A9396D3}" type="slidenum">
              <a:t>&lt;#&gt;</a:t>
            </a:fld>
          </a:p>
        </p:txBody>
      </p:sp>
      <p:sp>
        <p:nvSpPr>
          <p:cNvPr id="4" name="PlaceHolder 3"/>
          <p:cNvSpPr>
            <a:spLocks noGrp="1"/>
          </p:cNvSpPr>
          <p:nvPr>
            <p:ph type="dt" idx="19"/>
          </p:nvPr>
        </p:nvSpPr>
        <p:spPr/>
        <p:txBody>
          <a:bodyPr/>
          <a:p>
            <a:r>
              <a:rPr lang="tr-T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Yalnızca Başlık">
    <p:spTree>
      <p:nvGrpSpPr>
        <p:cNvPr id="1" name=""/>
        <p:cNvGrpSpPr/>
        <p:nvPr/>
      </p:nvGrpSpPr>
      <p:grpSpPr>
        <a:xfrm>
          <a:off x="0" y="0"/>
          <a:ext cx="0" cy="0"/>
          <a:chOff x="0" y="0"/>
          <a:chExt cx="0" cy="0"/>
        </a:xfrm>
      </p:grpSpPr>
      <p:sp>
        <p:nvSpPr>
          <p:cNvPr id="49" name="PlaceHolder 1"/>
          <p:cNvSpPr>
            <a:spLocks noGrp="1"/>
          </p:cNvSpPr>
          <p:nvPr>
            <p:ph type="title"/>
          </p:nvPr>
        </p:nvSpPr>
        <p:spPr>
          <a:xfrm>
            <a:off x="1260000" y="1441800"/>
            <a:ext cx="22682520" cy="6000480"/>
          </a:xfrm>
          <a:prstGeom prst="rect">
            <a:avLst/>
          </a:prstGeom>
          <a:noFill/>
          <a:ln w="0">
            <a:noFill/>
          </a:ln>
        </p:spPr>
        <p:txBody>
          <a:bodyPr lIns="0" rIns="0" tIns="0" bIns="0" anchor="ctr">
            <a:noAutofit/>
          </a:bodyPr>
          <a:p>
            <a:pPr indent="0">
              <a:buNone/>
            </a:pPr>
            <a:endParaRPr b="0" lang="tr-TR" sz="69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0CDD473D-F9B7-47E3-A19C-6F59EA58DF61}" type="slidenum">
              <a:t>&lt;#&gt;</a:t>
            </a:fld>
          </a:p>
        </p:txBody>
      </p:sp>
      <p:sp>
        <p:nvSpPr>
          <p:cNvPr id="5" name="PlaceHolder 4"/>
          <p:cNvSpPr>
            <a:spLocks noGrp="1"/>
          </p:cNvSpPr>
          <p:nvPr>
            <p:ph type="dt" idx="22"/>
          </p:nvPr>
        </p:nvSpPr>
        <p:spPr/>
        <p:txBody>
          <a:bodyPr/>
          <a:p>
            <a:r>
              <a:rPr lang="tr-T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oş">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1B78B8D-4424-41E8-B2DB-2DFA6E1D89EB}" type="slidenum">
              <a:t>&lt;#&gt;</a:t>
            </a:fld>
          </a:p>
        </p:txBody>
      </p:sp>
      <p:sp>
        <p:nvSpPr>
          <p:cNvPr id="4" name="PlaceHolder 3"/>
          <p:cNvSpPr>
            <a:spLocks noGrp="1"/>
          </p:cNvSpPr>
          <p:nvPr>
            <p:ph type="dt" idx="25"/>
          </p:nvPr>
        </p:nvSpPr>
        <p:spPr/>
        <p:txBody>
          <a:bodyPr/>
          <a:p>
            <a:r>
              <a:rPr lang="tr-T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lı İçerik">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13E0F9DB-26BB-4616-A097-714512EE144A}" type="slidenum">
              <a:t>&lt;#&gt;</a:t>
            </a:fld>
          </a:p>
        </p:txBody>
      </p:sp>
      <p:sp>
        <p:nvSpPr>
          <p:cNvPr id="4" name="PlaceHolder 3"/>
          <p:cNvSpPr>
            <a:spLocks noGrp="1"/>
          </p:cNvSpPr>
          <p:nvPr>
            <p:ph type="dt" idx="28"/>
          </p:nvPr>
        </p:nvSpPr>
        <p:spPr/>
        <p:txBody>
          <a:bodyPr/>
          <a:p>
            <a:r>
              <a:rPr lang="tr-T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lı Resim">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EC438737-088E-4861-ACA1-398146880AEA}" type="slidenum">
              <a:t>&lt;#&gt;</a:t>
            </a:fld>
          </a:p>
        </p:txBody>
      </p:sp>
      <p:sp>
        <p:nvSpPr>
          <p:cNvPr id="4" name="PlaceHolder 3"/>
          <p:cNvSpPr>
            <a:spLocks noGrp="1"/>
          </p:cNvSpPr>
          <p:nvPr>
            <p:ph type="dt" idx="31"/>
          </p:nvPr>
        </p:nvSpPr>
        <p:spPr/>
        <p:txBody>
          <a:bodyPr/>
          <a:p>
            <a:r>
              <a:rPr lang="tr-T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890360" y="11184840"/>
            <a:ext cx="21422160" cy="7717320"/>
          </a:xfrm>
          <a:prstGeom prst="rect">
            <a:avLst/>
          </a:prstGeom>
          <a:noFill/>
          <a:ln w="0">
            <a:noFill/>
          </a:ln>
        </p:spPr>
        <p:txBody>
          <a:bodyPr lIns="349560" rIns="349560" tIns="174960" bIns="174960" anchor="ctr">
            <a:noAutofit/>
          </a:bodyPr>
          <a:p>
            <a:pPr indent="0" algn="ctr" defTabSz="3497400">
              <a:lnSpc>
                <a:spcPct val="100000"/>
              </a:lnSpc>
              <a:buNone/>
            </a:pPr>
            <a:r>
              <a:rPr b="0" lang="tr-TR" sz="16800" spc="-1" strike="noStrike">
                <a:solidFill>
                  <a:schemeClr val="dk1"/>
                </a:solidFill>
                <a:latin typeface="Calibri"/>
              </a:rPr>
              <a:t>Asıl başlık </a:t>
            </a:r>
            <a:r>
              <a:rPr b="0" lang="tr-TR" sz="16800" spc="-1" strike="noStrike">
                <a:solidFill>
                  <a:schemeClr val="dk1"/>
                </a:solidFill>
                <a:latin typeface="Calibri"/>
              </a:rPr>
              <a:t>stili için </a:t>
            </a:r>
            <a:r>
              <a:rPr b="0" lang="tr-TR" sz="16800" spc="-1" strike="noStrike">
                <a:solidFill>
                  <a:schemeClr val="dk1"/>
                </a:solidFill>
                <a:latin typeface="Calibri"/>
              </a:rPr>
              <a:t>tıklatın</a:t>
            </a:r>
            <a:endParaRPr b="0" lang="tr-TR" sz="16800" spc="-1" strike="noStrike">
              <a:solidFill>
                <a:schemeClr val="dk1"/>
              </a:solidFill>
              <a:latin typeface="Calibri"/>
            </a:endParaRPr>
          </a:p>
        </p:txBody>
      </p:sp>
      <p:sp>
        <p:nvSpPr>
          <p:cNvPr id="1" name="PlaceHolder 2"/>
          <p:cNvSpPr>
            <a:spLocks noGrp="1"/>
          </p:cNvSpPr>
          <p:nvPr>
            <p:ph type="dt" idx="1"/>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2" name="PlaceHolder 3"/>
          <p:cNvSpPr>
            <a:spLocks noGrp="1"/>
          </p:cNvSpPr>
          <p:nvPr>
            <p:ph type="ftr" idx="2"/>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3" name="PlaceHolder 4"/>
          <p:cNvSpPr>
            <a:spLocks noGrp="1"/>
          </p:cNvSpPr>
          <p:nvPr>
            <p:ph type="sldNum" idx="3"/>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66931146-3312-4ABE-BBCE-A155F96BAF3D}"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260000" y="1441800"/>
            <a:ext cx="22682520" cy="6000480"/>
          </a:xfrm>
          <a:prstGeom prst="rect">
            <a:avLst/>
          </a:prstGeom>
          <a:noFill/>
          <a:ln w="0">
            <a:noFill/>
          </a:ln>
        </p:spPr>
        <p:txBody>
          <a:bodyPr lIns="349560" rIns="349560" tIns="174960" bIns="174960" anchor="ctr">
            <a:noAutofit/>
          </a:bodyPr>
          <a:p>
            <a:pPr indent="0" algn="ctr" defTabSz="3497400">
              <a:lnSpc>
                <a:spcPct val="100000"/>
              </a:lnSpc>
              <a:buNone/>
            </a:pPr>
            <a:r>
              <a:rPr b="0" lang="tr-TR" sz="16800" spc="-1" strike="noStrike">
                <a:solidFill>
                  <a:schemeClr val="dk1"/>
                </a:solidFill>
                <a:latin typeface="Calibri"/>
              </a:rPr>
              <a:t>As</a:t>
            </a:r>
            <a:r>
              <a:rPr b="0" lang="tr-TR" sz="16800" spc="-1" strike="noStrike">
                <a:solidFill>
                  <a:schemeClr val="dk1"/>
                </a:solidFill>
                <a:latin typeface="Calibri"/>
              </a:rPr>
              <a:t>ıl </a:t>
            </a:r>
            <a:r>
              <a:rPr b="0" lang="tr-TR" sz="16800" spc="-1" strike="noStrike">
                <a:solidFill>
                  <a:schemeClr val="dk1"/>
                </a:solidFill>
                <a:latin typeface="Calibri"/>
              </a:rPr>
              <a:t>ba</a:t>
            </a:r>
            <a:r>
              <a:rPr b="0" lang="tr-TR" sz="16800" spc="-1" strike="noStrike">
                <a:solidFill>
                  <a:schemeClr val="dk1"/>
                </a:solidFill>
                <a:latin typeface="Calibri"/>
              </a:rPr>
              <a:t>şlı</a:t>
            </a:r>
            <a:r>
              <a:rPr b="0" lang="tr-TR" sz="16800" spc="-1" strike="noStrike">
                <a:solidFill>
                  <a:schemeClr val="dk1"/>
                </a:solidFill>
                <a:latin typeface="Calibri"/>
              </a:rPr>
              <a:t>k </a:t>
            </a:r>
            <a:r>
              <a:rPr b="0" lang="tr-TR" sz="16800" spc="-1" strike="noStrike">
                <a:solidFill>
                  <a:schemeClr val="dk1"/>
                </a:solidFill>
                <a:latin typeface="Calibri"/>
              </a:rPr>
              <a:t>sti</a:t>
            </a:r>
            <a:r>
              <a:rPr b="0" lang="tr-TR" sz="16800" spc="-1" strike="noStrike">
                <a:solidFill>
                  <a:schemeClr val="dk1"/>
                </a:solidFill>
                <a:latin typeface="Calibri"/>
              </a:rPr>
              <a:t>li </a:t>
            </a:r>
            <a:r>
              <a:rPr b="0" lang="tr-TR" sz="16800" spc="-1" strike="noStrike">
                <a:solidFill>
                  <a:schemeClr val="dk1"/>
                </a:solidFill>
                <a:latin typeface="Calibri"/>
              </a:rPr>
              <a:t>içi</a:t>
            </a:r>
            <a:r>
              <a:rPr b="0" lang="tr-TR" sz="16800" spc="-1" strike="noStrike">
                <a:solidFill>
                  <a:schemeClr val="dk1"/>
                </a:solidFill>
                <a:latin typeface="Calibri"/>
              </a:rPr>
              <a:t>n </a:t>
            </a:r>
            <a:r>
              <a:rPr b="0" lang="tr-TR" sz="16800" spc="-1" strike="noStrike">
                <a:solidFill>
                  <a:schemeClr val="dk1"/>
                </a:solidFill>
                <a:latin typeface="Calibri"/>
              </a:rPr>
              <a:t>tık</a:t>
            </a:r>
            <a:r>
              <a:rPr b="0" lang="tr-TR" sz="16800" spc="-1" strike="noStrike">
                <a:solidFill>
                  <a:schemeClr val="dk1"/>
                </a:solidFill>
                <a:latin typeface="Calibri"/>
              </a:rPr>
              <a:t>lat</a:t>
            </a:r>
            <a:r>
              <a:rPr b="0" lang="tr-TR" sz="16800" spc="-1" strike="noStrike">
                <a:solidFill>
                  <a:schemeClr val="dk1"/>
                </a:solidFill>
                <a:latin typeface="Calibri"/>
              </a:rPr>
              <a:t>ın</a:t>
            </a:r>
            <a:endParaRPr b="0" lang="tr-TR" sz="16800" spc="-1" strike="noStrike">
              <a:solidFill>
                <a:schemeClr val="dk1"/>
              </a:solidFill>
              <a:latin typeface="Calibri"/>
            </a:endParaRPr>
          </a:p>
        </p:txBody>
      </p:sp>
      <p:sp>
        <p:nvSpPr>
          <p:cNvPr id="7" name="PlaceHolder 2"/>
          <p:cNvSpPr>
            <a:spLocks noGrp="1"/>
          </p:cNvSpPr>
          <p:nvPr>
            <p:ph type="body"/>
          </p:nvPr>
        </p:nvSpPr>
        <p:spPr>
          <a:xfrm>
            <a:off x="1260000" y="8400960"/>
            <a:ext cx="22682520" cy="23761080"/>
          </a:xfrm>
          <a:prstGeom prst="rect">
            <a:avLst/>
          </a:prstGeom>
          <a:noFill/>
          <a:ln w="0">
            <a:noFill/>
          </a:ln>
        </p:spPr>
        <p:txBody>
          <a:bodyPr lIns="349560" rIns="349560" tIns="174960" bIns="174960" anchor="t" vert="eaVert">
            <a:noAutofit/>
          </a:bodyPr>
          <a:p>
            <a:pPr marL="1311480" indent="-1311480" defTabSz="3497400">
              <a:lnSpc>
                <a:spcPct val="100000"/>
              </a:lnSpc>
              <a:spcBef>
                <a:spcPts val="2441"/>
              </a:spcBef>
              <a:buClr>
                <a:srgbClr val="000000"/>
              </a:buClr>
              <a:buFont typeface="Arial"/>
              <a:buChar char="•"/>
            </a:pPr>
            <a:r>
              <a:rPr b="0" lang="tr-TR" sz="12200" spc="-1" strike="noStrike">
                <a:solidFill>
                  <a:schemeClr val="dk1"/>
                </a:solidFill>
                <a:latin typeface="Calibri"/>
              </a:rPr>
              <a:t>Asıl metin stillerini düzenlemek için tıklatın</a:t>
            </a:r>
            <a:endParaRPr b="0" lang="tr-TR" sz="12200" spc="-1" strike="noStrike">
              <a:solidFill>
                <a:schemeClr val="dk1"/>
              </a:solidFill>
              <a:latin typeface="Calibri"/>
            </a:endParaRPr>
          </a:p>
          <a:p>
            <a:pPr lvl="1" marL="2841480" indent="-1092960" defTabSz="3497400">
              <a:lnSpc>
                <a:spcPct val="100000"/>
              </a:lnSpc>
              <a:spcBef>
                <a:spcPts val="2140"/>
              </a:spcBef>
              <a:buClr>
                <a:srgbClr val="000000"/>
              </a:buClr>
              <a:buFont typeface="Arial"/>
              <a:buChar char="–"/>
            </a:pPr>
            <a:r>
              <a:rPr b="0" lang="tr-TR" sz="10700" spc="-1" strike="noStrike">
                <a:solidFill>
                  <a:schemeClr val="dk1"/>
                </a:solidFill>
                <a:latin typeface="Calibri"/>
              </a:rPr>
              <a:t>İkinci düzey</a:t>
            </a:r>
            <a:endParaRPr b="0" lang="tr-TR" sz="10700" spc="-1" strike="noStrike">
              <a:solidFill>
                <a:schemeClr val="dk1"/>
              </a:solidFill>
              <a:latin typeface="Calibri"/>
            </a:endParaRPr>
          </a:p>
          <a:p>
            <a:pPr lvl="2" marL="4371840" indent="-874440" defTabSz="3497400">
              <a:lnSpc>
                <a:spcPct val="100000"/>
              </a:lnSpc>
              <a:spcBef>
                <a:spcPts val="1840"/>
              </a:spcBef>
              <a:buClr>
                <a:srgbClr val="000000"/>
              </a:buClr>
              <a:buFont typeface="Arial"/>
              <a:buChar char="•"/>
            </a:pPr>
            <a:r>
              <a:rPr b="0" lang="tr-TR" sz="9200" spc="-1" strike="noStrike">
                <a:solidFill>
                  <a:schemeClr val="dk1"/>
                </a:solidFill>
                <a:latin typeface="Calibri"/>
              </a:rPr>
              <a:t>Üçüncü düzey</a:t>
            </a:r>
            <a:endParaRPr b="0" lang="tr-TR" sz="9200" spc="-1" strike="noStrike">
              <a:solidFill>
                <a:schemeClr val="dk1"/>
              </a:solidFill>
              <a:latin typeface="Calibri"/>
            </a:endParaRPr>
          </a:p>
          <a:p>
            <a:pPr lvl="3" marL="612036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Dördüncü düzey</a:t>
            </a:r>
            <a:endParaRPr b="0" lang="tr-TR" sz="7600" spc="-1" strike="noStrike">
              <a:solidFill>
                <a:schemeClr val="dk1"/>
              </a:solidFill>
              <a:latin typeface="Calibri"/>
            </a:endParaRPr>
          </a:p>
          <a:p>
            <a:pPr lvl="4" marL="786888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Beşinci düzey</a:t>
            </a:r>
            <a:endParaRPr b="0" lang="tr-TR" sz="7600" spc="-1" strike="noStrike">
              <a:solidFill>
                <a:schemeClr val="dk1"/>
              </a:solidFill>
              <a:latin typeface="Calibri"/>
            </a:endParaRPr>
          </a:p>
        </p:txBody>
      </p:sp>
      <p:sp>
        <p:nvSpPr>
          <p:cNvPr id="8" name="PlaceHolder 3"/>
          <p:cNvSpPr>
            <a:spLocks noGrp="1"/>
          </p:cNvSpPr>
          <p:nvPr>
            <p:ph type="dt" idx="4"/>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9" name="PlaceHolder 4"/>
          <p:cNvSpPr>
            <a:spLocks noGrp="1"/>
          </p:cNvSpPr>
          <p:nvPr>
            <p:ph type="ftr" idx="5"/>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10" name="PlaceHolder 5"/>
          <p:cNvSpPr>
            <a:spLocks noGrp="1"/>
          </p:cNvSpPr>
          <p:nvPr>
            <p:ph type="sldNum" idx="6"/>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9449FEE9-7E9D-4F0F-8B73-C70ADCA1F2F3}"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0509520" y="9001080"/>
            <a:ext cx="18775080" cy="191756880"/>
          </a:xfrm>
          <a:prstGeom prst="rect">
            <a:avLst/>
          </a:prstGeom>
          <a:noFill/>
          <a:ln w="0">
            <a:noFill/>
          </a:ln>
        </p:spPr>
        <p:txBody>
          <a:bodyPr lIns="349560" rIns="349560" tIns="174960" bIns="174960" anchor="ctr" vert="eaVert">
            <a:noAutofit/>
          </a:bodyPr>
          <a:p>
            <a:pPr indent="0" algn="ctr" defTabSz="3497400">
              <a:lnSpc>
                <a:spcPct val="100000"/>
              </a:lnSpc>
              <a:buNone/>
            </a:pPr>
            <a:r>
              <a:rPr b="0" lang="tr-TR" sz="16800" spc="-1" strike="noStrike">
                <a:solidFill>
                  <a:schemeClr val="dk1"/>
                </a:solidFill>
                <a:latin typeface="Calibri"/>
              </a:rPr>
              <a:t>A</a:t>
            </a:r>
            <a:r>
              <a:rPr b="0" lang="tr-TR" sz="16800" spc="-1" strike="noStrike">
                <a:solidFill>
                  <a:schemeClr val="dk1"/>
                </a:solidFill>
                <a:latin typeface="Calibri"/>
              </a:rPr>
              <a:t>s</a:t>
            </a:r>
            <a:r>
              <a:rPr b="0" lang="tr-TR" sz="16800" spc="-1" strike="noStrike">
                <a:solidFill>
                  <a:schemeClr val="dk1"/>
                </a:solidFill>
                <a:latin typeface="Calibri"/>
              </a:rPr>
              <a:t>ı</a:t>
            </a:r>
            <a:r>
              <a:rPr b="0" lang="tr-TR" sz="16800" spc="-1" strike="noStrike">
                <a:solidFill>
                  <a:schemeClr val="dk1"/>
                </a:solidFill>
                <a:latin typeface="Calibri"/>
              </a:rPr>
              <a:t>l</a:t>
            </a:r>
            <a:r>
              <a:rPr b="0" lang="tr-TR" sz="16800" spc="-1" strike="noStrike">
                <a:solidFill>
                  <a:schemeClr val="dk1"/>
                </a:solidFill>
                <a:latin typeface="Calibri"/>
              </a:rPr>
              <a:t> </a:t>
            </a:r>
            <a:r>
              <a:rPr b="0" lang="tr-TR" sz="16800" spc="-1" strike="noStrike">
                <a:solidFill>
                  <a:schemeClr val="dk1"/>
                </a:solidFill>
                <a:latin typeface="Calibri"/>
              </a:rPr>
              <a:t>b</a:t>
            </a:r>
            <a:r>
              <a:rPr b="0" lang="tr-TR" sz="16800" spc="-1" strike="noStrike">
                <a:solidFill>
                  <a:schemeClr val="dk1"/>
                </a:solidFill>
                <a:latin typeface="Calibri"/>
              </a:rPr>
              <a:t>a</a:t>
            </a:r>
            <a:r>
              <a:rPr b="0" lang="tr-TR" sz="16800" spc="-1" strike="noStrike">
                <a:solidFill>
                  <a:schemeClr val="dk1"/>
                </a:solidFill>
                <a:latin typeface="Calibri"/>
              </a:rPr>
              <a:t>ş</a:t>
            </a:r>
            <a:r>
              <a:rPr b="0" lang="tr-TR" sz="16800" spc="-1" strike="noStrike">
                <a:solidFill>
                  <a:schemeClr val="dk1"/>
                </a:solidFill>
                <a:latin typeface="Calibri"/>
              </a:rPr>
              <a:t>l</a:t>
            </a:r>
            <a:r>
              <a:rPr b="0" lang="tr-TR" sz="16800" spc="-1" strike="noStrike">
                <a:solidFill>
                  <a:schemeClr val="dk1"/>
                </a:solidFill>
                <a:latin typeface="Calibri"/>
              </a:rPr>
              <a:t>ı</a:t>
            </a:r>
            <a:r>
              <a:rPr b="0" lang="tr-TR" sz="16800" spc="-1" strike="noStrike">
                <a:solidFill>
                  <a:schemeClr val="dk1"/>
                </a:solidFill>
                <a:latin typeface="Calibri"/>
              </a:rPr>
              <a:t>k</a:t>
            </a:r>
            <a:r>
              <a:rPr b="0" lang="tr-TR" sz="16800" spc="-1" strike="noStrike">
                <a:solidFill>
                  <a:schemeClr val="dk1"/>
                </a:solidFill>
                <a:latin typeface="Calibri"/>
              </a:rPr>
              <a:t> </a:t>
            </a:r>
            <a:r>
              <a:rPr b="0" lang="tr-TR" sz="16800" spc="-1" strike="noStrike">
                <a:solidFill>
                  <a:schemeClr val="dk1"/>
                </a:solidFill>
                <a:latin typeface="Calibri"/>
              </a:rPr>
              <a:t>s</a:t>
            </a:r>
            <a:r>
              <a:rPr b="0" lang="tr-TR" sz="16800" spc="-1" strike="noStrike">
                <a:solidFill>
                  <a:schemeClr val="dk1"/>
                </a:solidFill>
                <a:latin typeface="Calibri"/>
              </a:rPr>
              <a:t>t</a:t>
            </a:r>
            <a:r>
              <a:rPr b="0" lang="tr-TR" sz="16800" spc="-1" strike="noStrike">
                <a:solidFill>
                  <a:schemeClr val="dk1"/>
                </a:solidFill>
                <a:latin typeface="Calibri"/>
              </a:rPr>
              <a:t>i</a:t>
            </a:r>
            <a:r>
              <a:rPr b="0" lang="tr-TR" sz="16800" spc="-1" strike="noStrike">
                <a:solidFill>
                  <a:schemeClr val="dk1"/>
                </a:solidFill>
                <a:latin typeface="Calibri"/>
              </a:rPr>
              <a:t>l</a:t>
            </a:r>
            <a:r>
              <a:rPr b="0" lang="tr-TR" sz="16800" spc="-1" strike="noStrike">
                <a:solidFill>
                  <a:schemeClr val="dk1"/>
                </a:solidFill>
                <a:latin typeface="Calibri"/>
              </a:rPr>
              <a:t>i</a:t>
            </a:r>
            <a:r>
              <a:rPr b="0" lang="tr-TR" sz="16800" spc="-1" strike="noStrike">
                <a:solidFill>
                  <a:schemeClr val="dk1"/>
                </a:solidFill>
                <a:latin typeface="Calibri"/>
              </a:rPr>
              <a:t> </a:t>
            </a:r>
            <a:r>
              <a:rPr b="0" lang="tr-TR" sz="16800" spc="-1" strike="noStrike">
                <a:solidFill>
                  <a:schemeClr val="dk1"/>
                </a:solidFill>
                <a:latin typeface="Calibri"/>
              </a:rPr>
              <a:t>i</a:t>
            </a:r>
            <a:r>
              <a:rPr b="0" lang="tr-TR" sz="16800" spc="-1" strike="noStrike">
                <a:solidFill>
                  <a:schemeClr val="dk1"/>
                </a:solidFill>
                <a:latin typeface="Calibri"/>
              </a:rPr>
              <a:t>ç</a:t>
            </a:r>
            <a:r>
              <a:rPr b="0" lang="tr-TR" sz="16800" spc="-1" strike="noStrike">
                <a:solidFill>
                  <a:schemeClr val="dk1"/>
                </a:solidFill>
                <a:latin typeface="Calibri"/>
              </a:rPr>
              <a:t>i</a:t>
            </a:r>
            <a:r>
              <a:rPr b="0" lang="tr-TR" sz="16800" spc="-1" strike="noStrike">
                <a:solidFill>
                  <a:schemeClr val="dk1"/>
                </a:solidFill>
                <a:latin typeface="Calibri"/>
              </a:rPr>
              <a:t>n</a:t>
            </a:r>
            <a:r>
              <a:rPr b="0" lang="tr-TR" sz="16800" spc="-1" strike="noStrike">
                <a:solidFill>
                  <a:schemeClr val="dk1"/>
                </a:solidFill>
                <a:latin typeface="Calibri"/>
              </a:rPr>
              <a:t> </a:t>
            </a:r>
            <a:r>
              <a:rPr b="0" lang="tr-TR" sz="16800" spc="-1" strike="noStrike">
                <a:solidFill>
                  <a:schemeClr val="dk1"/>
                </a:solidFill>
                <a:latin typeface="Calibri"/>
              </a:rPr>
              <a:t>t</a:t>
            </a:r>
            <a:r>
              <a:rPr b="0" lang="tr-TR" sz="16800" spc="-1" strike="noStrike">
                <a:solidFill>
                  <a:schemeClr val="dk1"/>
                </a:solidFill>
                <a:latin typeface="Calibri"/>
              </a:rPr>
              <a:t>ı</a:t>
            </a:r>
            <a:r>
              <a:rPr b="0" lang="tr-TR" sz="16800" spc="-1" strike="noStrike">
                <a:solidFill>
                  <a:schemeClr val="dk1"/>
                </a:solidFill>
                <a:latin typeface="Calibri"/>
              </a:rPr>
              <a:t>k</a:t>
            </a:r>
            <a:r>
              <a:rPr b="0" lang="tr-TR" sz="16800" spc="-1" strike="noStrike">
                <a:solidFill>
                  <a:schemeClr val="dk1"/>
                </a:solidFill>
                <a:latin typeface="Calibri"/>
              </a:rPr>
              <a:t>l</a:t>
            </a:r>
            <a:r>
              <a:rPr b="0" lang="tr-TR" sz="16800" spc="-1" strike="noStrike">
                <a:solidFill>
                  <a:schemeClr val="dk1"/>
                </a:solidFill>
                <a:latin typeface="Calibri"/>
              </a:rPr>
              <a:t>a</a:t>
            </a:r>
            <a:r>
              <a:rPr b="0" lang="tr-TR" sz="16800" spc="-1" strike="noStrike">
                <a:solidFill>
                  <a:schemeClr val="dk1"/>
                </a:solidFill>
                <a:latin typeface="Calibri"/>
              </a:rPr>
              <a:t>t</a:t>
            </a:r>
            <a:r>
              <a:rPr b="0" lang="tr-TR" sz="16800" spc="-1" strike="noStrike">
                <a:solidFill>
                  <a:schemeClr val="dk1"/>
                </a:solidFill>
                <a:latin typeface="Calibri"/>
              </a:rPr>
              <a:t>ı</a:t>
            </a:r>
            <a:r>
              <a:rPr b="0" lang="tr-TR" sz="16800" spc="-1" strike="noStrike">
                <a:solidFill>
                  <a:schemeClr val="dk1"/>
                </a:solidFill>
                <a:latin typeface="Calibri"/>
              </a:rPr>
              <a:t>n</a:t>
            </a:r>
            <a:endParaRPr b="0" lang="tr-TR" sz="16800" spc="-1" strike="noStrike">
              <a:solidFill>
                <a:schemeClr val="dk1"/>
              </a:solidFill>
              <a:latin typeface="Calibri"/>
            </a:endParaRPr>
          </a:p>
        </p:txBody>
      </p:sp>
      <p:sp>
        <p:nvSpPr>
          <p:cNvPr id="12" name="PlaceHolder 2"/>
          <p:cNvSpPr>
            <a:spLocks noGrp="1"/>
          </p:cNvSpPr>
          <p:nvPr>
            <p:ph type="body"/>
          </p:nvPr>
        </p:nvSpPr>
        <p:spPr>
          <a:xfrm>
            <a:off x="4174200" y="9001080"/>
            <a:ext cx="55914840" cy="191756880"/>
          </a:xfrm>
          <a:prstGeom prst="rect">
            <a:avLst/>
          </a:prstGeom>
          <a:noFill/>
          <a:ln w="0">
            <a:noFill/>
          </a:ln>
        </p:spPr>
        <p:txBody>
          <a:bodyPr lIns="349560" rIns="349560" tIns="174960" bIns="174960" anchor="t" vert="eaVert">
            <a:noAutofit/>
          </a:bodyPr>
          <a:p>
            <a:pPr marL="1311480" indent="-1311480" defTabSz="3497400">
              <a:lnSpc>
                <a:spcPct val="100000"/>
              </a:lnSpc>
              <a:spcBef>
                <a:spcPts val="2441"/>
              </a:spcBef>
              <a:buClr>
                <a:srgbClr val="000000"/>
              </a:buClr>
              <a:buFont typeface="Arial"/>
              <a:buChar char="•"/>
            </a:pPr>
            <a:r>
              <a:rPr b="0" lang="tr-TR" sz="12200" spc="-1" strike="noStrike">
                <a:solidFill>
                  <a:schemeClr val="dk1"/>
                </a:solidFill>
                <a:latin typeface="Calibri"/>
              </a:rPr>
              <a:t>Asıl metin stillerini düzenlemek için tıklatın</a:t>
            </a:r>
            <a:endParaRPr b="0" lang="tr-TR" sz="12200" spc="-1" strike="noStrike">
              <a:solidFill>
                <a:schemeClr val="dk1"/>
              </a:solidFill>
              <a:latin typeface="Calibri"/>
            </a:endParaRPr>
          </a:p>
          <a:p>
            <a:pPr lvl="1" marL="2841480" indent="-1092960" defTabSz="3497400">
              <a:lnSpc>
                <a:spcPct val="100000"/>
              </a:lnSpc>
              <a:spcBef>
                <a:spcPts val="2140"/>
              </a:spcBef>
              <a:buClr>
                <a:srgbClr val="000000"/>
              </a:buClr>
              <a:buFont typeface="Arial"/>
              <a:buChar char="–"/>
            </a:pPr>
            <a:r>
              <a:rPr b="0" lang="tr-TR" sz="10700" spc="-1" strike="noStrike">
                <a:solidFill>
                  <a:schemeClr val="dk1"/>
                </a:solidFill>
                <a:latin typeface="Calibri"/>
              </a:rPr>
              <a:t>İkinci düzey</a:t>
            </a:r>
            <a:endParaRPr b="0" lang="tr-TR" sz="10700" spc="-1" strike="noStrike">
              <a:solidFill>
                <a:schemeClr val="dk1"/>
              </a:solidFill>
              <a:latin typeface="Calibri"/>
            </a:endParaRPr>
          </a:p>
          <a:p>
            <a:pPr lvl="2" marL="4371840" indent="-874440" defTabSz="3497400">
              <a:lnSpc>
                <a:spcPct val="100000"/>
              </a:lnSpc>
              <a:spcBef>
                <a:spcPts val="1840"/>
              </a:spcBef>
              <a:buClr>
                <a:srgbClr val="000000"/>
              </a:buClr>
              <a:buFont typeface="Arial"/>
              <a:buChar char="•"/>
            </a:pPr>
            <a:r>
              <a:rPr b="0" lang="tr-TR" sz="9200" spc="-1" strike="noStrike">
                <a:solidFill>
                  <a:schemeClr val="dk1"/>
                </a:solidFill>
                <a:latin typeface="Calibri"/>
              </a:rPr>
              <a:t>Üçüncü düzey</a:t>
            </a:r>
            <a:endParaRPr b="0" lang="tr-TR" sz="9200" spc="-1" strike="noStrike">
              <a:solidFill>
                <a:schemeClr val="dk1"/>
              </a:solidFill>
              <a:latin typeface="Calibri"/>
            </a:endParaRPr>
          </a:p>
          <a:p>
            <a:pPr lvl="3" marL="612036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Dördüncü düzey</a:t>
            </a:r>
            <a:endParaRPr b="0" lang="tr-TR" sz="7600" spc="-1" strike="noStrike">
              <a:solidFill>
                <a:schemeClr val="dk1"/>
              </a:solidFill>
              <a:latin typeface="Calibri"/>
            </a:endParaRPr>
          </a:p>
          <a:p>
            <a:pPr lvl="4" marL="786888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Beşinci düzey</a:t>
            </a:r>
            <a:endParaRPr b="0" lang="tr-TR" sz="7600" spc="-1" strike="noStrike">
              <a:solidFill>
                <a:schemeClr val="dk1"/>
              </a:solidFill>
              <a:latin typeface="Calibri"/>
            </a:endParaRPr>
          </a:p>
        </p:txBody>
      </p:sp>
      <p:sp>
        <p:nvSpPr>
          <p:cNvPr id="13" name="PlaceHolder 3"/>
          <p:cNvSpPr>
            <a:spLocks noGrp="1"/>
          </p:cNvSpPr>
          <p:nvPr>
            <p:ph type="dt" idx="7"/>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14" name="PlaceHolder 4"/>
          <p:cNvSpPr>
            <a:spLocks noGrp="1"/>
          </p:cNvSpPr>
          <p:nvPr>
            <p:ph type="ftr" idx="8"/>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15" name="PlaceHolder 5"/>
          <p:cNvSpPr>
            <a:spLocks noGrp="1"/>
          </p:cNvSpPr>
          <p:nvPr>
            <p:ph type="sldNum" idx="9"/>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575A8A56-D162-4558-8B5D-3BDDCA1A3C00}"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1260000" y="1441800"/>
            <a:ext cx="22682520" cy="6000480"/>
          </a:xfrm>
          <a:prstGeom prst="rect">
            <a:avLst/>
          </a:prstGeom>
          <a:noFill/>
          <a:ln w="0">
            <a:noFill/>
          </a:ln>
        </p:spPr>
        <p:txBody>
          <a:bodyPr lIns="349560" rIns="349560" tIns="174960" bIns="174960" anchor="ctr">
            <a:noAutofit/>
          </a:bodyPr>
          <a:p>
            <a:pPr indent="0" algn="ctr" defTabSz="3497400">
              <a:lnSpc>
                <a:spcPct val="100000"/>
              </a:lnSpc>
              <a:buNone/>
            </a:pPr>
            <a:r>
              <a:rPr b="0" lang="tr-TR" sz="16800" spc="-1" strike="noStrike">
                <a:solidFill>
                  <a:schemeClr val="dk1"/>
                </a:solidFill>
                <a:latin typeface="Calibri"/>
              </a:rPr>
              <a:t>As</a:t>
            </a:r>
            <a:r>
              <a:rPr b="0" lang="tr-TR" sz="16800" spc="-1" strike="noStrike">
                <a:solidFill>
                  <a:schemeClr val="dk1"/>
                </a:solidFill>
                <a:latin typeface="Calibri"/>
              </a:rPr>
              <a:t>ıl </a:t>
            </a:r>
            <a:r>
              <a:rPr b="0" lang="tr-TR" sz="16800" spc="-1" strike="noStrike">
                <a:solidFill>
                  <a:schemeClr val="dk1"/>
                </a:solidFill>
                <a:latin typeface="Calibri"/>
              </a:rPr>
              <a:t>ba</a:t>
            </a:r>
            <a:r>
              <a:rPr b="0" lang="tr-TR" sz="16800" spc="-1" strike="noStrike">
                <a:solidFill>
                  <a:schemeClr val="dk1"/>
                </a:solidFill>
                <a:latin typeface="Calibri"/>
              </a:rPr>
              <a:t>şlı</a:t>
            </a:r>
            <a:r>
              <a:rPr b="0" lang="tr-TR" sz="16800" spc="-1" strike="noStrike">
                <a:solidFill>
                  <a:schemeClr val="dk1"/>
                </a:solidFill>
                <a:latin typeface="Calibri"/>
              </a:rPr>
              <a:t>k </a:t>
            </a:r>
            <a:r>
              <a:rPr b="0" lang="tr-TR" sz="16800" spc="-1" strike="noStrike">
                <a:solidFill>
                  <a:schemeClr val="dk1"/>
                </a:solidFill>
                <a:latin typeface="Calibri"/>
              </a:rPr>
              <a:t>sti</a:t>
            </a:r>
            <a:r>
              <a:rPr b="0" lang="tr-TR" sz="16800" spc="-1" strike="noStrike">
                <a:solidFill>
                  <a:schemeClr val="dk1"/>
                </a:solidFill>
                <a:latin typeface="Calibri"/>
              </a:rPr>
              <a:t>li </a:t>
            </a:r>
            <a:r>
              <a:rPr b="0" lang="tr-TR" sz="16800" spc="-1" strike="noStrike">
                <a:solidFill>
                  <a:schemeClr val="dk1"/>
                </a:solidFill>
                <a:latin typeface="Calibri"/>
              </a:rPr>
              <a:t>içi</a:t>
            </a:r>
            <a:r>
              <a:rPr b="0" lang="tr-TR" sz="16800" spc="-1" strike="noStrike">
                <a:solidFill>
                  <a:schemeClr val="dk1"/>
                </a:solidFill>
                <a:latin typeface="Calibri"/>
              </a:rPr>
              <a:t>n </a:t>
            </a:r>
            <a:r>
              <a:rPr b="0" lang="tr-TR" sz="16800" spc="-1" strike="noStrike">
                <a:solidFill>
                  <a:schemeClr val="dk1"/>
                </a:solidFill>
                <a:latin typeface="Calibri"/>
              </a:rPr>
              <a:t>tık</a:t>
            </a:r>
            <a:r>
              <a:rPr b="0" lang="tr-TR" sz="16800" spc="-1" strike="noStrike">
                <a:solidFill>
                  <a:schemeClr val="dk1"/>
                </a:solidFill>
                <a:latin typeface="Calibri"/>
              </a:rPr>
              <a:t>lat</a:t>
            </a:r>
            <a:r>
              <a:rPr b="0" lang="tr-TR" sz="16800" spc="-1" strike="noStrike">
                <a:solidFill>
                  <a:schemeClr val="dk1"/>
                </a:solidFill>
                <a:latin typeface="Calibri"/>
              </a:rPr>
              <a:t>ın</a:t>
            </a:r>
            <a:endParaRPr b="0" lang="tr-TR" sz="16800" spc="-1" strike="noStrike">
              <a:solidFill>
                <a:schemeClr val="dk1"/>
              </a:solidFill>
              <a:latin typeface="Calibri"/>
            </a:endParaRPr>
          </a:p>
        </p:txBody>
      </p:sp>
      <p:sp>
        <p:nvSpPr>
          <p:cNvPr id="17" name="PlaceHolder 2"/>
          <p:cNvSpPr>
            <a:spLocks noGrp="1"/>
          </p:cNvSpPr>
          <p:nvPr>
            <p:ph type="body"/>
          </p:nvPr>
        </p:nvSpPr>
        <p:spPr>
          <a:xfrm>
            <a:off x="1260000" y="8400960"/>
            <a:ext cx="22682520" cy="23761080"/>
          </a:xfrm>
          <a:prstGeom prst="rect">
            <a:avLst/>
          </a:prstGeom>
          <a:noFill/>
          <a:ln w="0">
            <a:noFill/>
          </a:ln>
        </p:spPr>
        <p:txBody>
          <a:bodyPr lIns="349560" rIns="349560" tIns="174960" bIns="174960" anchor="t">
            <a:noAutofit/>
          </a:bodyPr>
          <a:p>
            <a:pPr marL="1311480" indent="-1311480" defTabSz="3497400">
              <a:lnSpc>
                <a:spcPct val="100000"/>
              </a:lnSpc>
              <a:spcBef>
                <a:spcPts val="2441"/>
              </a:spcBef>
              <a:buClr>
                <a:srgbClr val="000000"/>
              </a:buClr>
              <a:buFont typeface="Arial"/>
              <a:buChar char="•"/>
            </a:pPr>
            <a:r>
              <a:rPr b="0" lang="tr-TR" sz="12200" spc="-1" strike="noStrike">
                <a:solidFill>
                  <a:schemeClr val="dk1"/>
                </a:solidFill>
                <a:latin typeface="Calibri"/>
              </a:rPr>
              <a:t>Asıl metin stillerini düzenlemek için tıklatın</a:t>
            </a:r>
            <a:endParaRPr b="0" lang="tr-TR" sz="12200" spc="-1" strike="noStrike">
              <a:solidFill>
                <a:schemeClr val="dk1"/>
              </a:solidFill>
              <a:latin typeface="Calibri"/>
            </a:endParaRPr>
          </a:p>
          <a:p>
            <a:pPr lvl="1" marL="2841480" indent="-1092960" defTabSz="3497400">
              <a:lnSpc>
                <a:spcPct val="100000"/>
              </a:lnSpc>
              <a:spcBef>
                <a:spcPts val="2140"/>
              </a:spcBef>
              <a:buClr>
                <a:srgbClr val="000000"/>
              </a:buClr>
              <a:buFont typeface="Arial"/>
              <a:buChar char="–"/>
            </a:pPr>
            <a:r>
              <a:rPr b="0" lang="tr-TR" sz="10700" spc="-1" strike="noStrike">
                <a:solidFill>
                  <a:schemeClr val="dk1"/>
                </a:solidFill>
                <a:latin typeface="Calibri"/>
              </a:rPr>
              <a:t>İkinci düzey</a:t>
            </a:r>
            <a:endParaRPr b="0" lang="tr-TR" sz="10700" spc="-1" strike="noStrike">
              <a:solidFill>
                <a:schemeClr val="dk1"/>
              </a:solidFill>
              <a:latin typeface="Calibri"/>
            </a:endParaRPr>
          </a:p>
          <a:p>
            <a:pPr lvl="2" marL="4371840" indent="-874440" defTabSz="3497400">
              <a:lnSpc>
                <a:spcPct val="100000"/>
              </a:lnSpc>
              <a:spcBef>
                <a:spcPts val="1840"/>
              </a:spcBef>
              <a:buClr>
                <a:srgbClr val="000000"/>
              </a:buClr>
              <a:buFont typeface="Arial"/>
              <a:buChar char="•"/>
            </a:pPr>
            <a:r>
              <a:rPr b="0" lang="tr-TR" sz="9200" spc="-1" strike="noStrike">
                <a:solidFill>
                  <a:schemeClr val="dk1"/>
                </a:solidFill>
                <a:latin typeface="Calibri"/>
              </a:rPr>
              <a:t>Üçüncü düzey</a:t>
            </a:r>
            <a:endParaRPr b="0" lang="tr-TR" sz="9200" spc="-1" strike="noStrike">
              <a:solidFill>
                <a:schemeClr val="dk1"/>
              </a:solidFill>
              <a:latin typeface="Calibri"/>
            </a:endParaRPr>
          </a:p>
          <a:p>
            <a:pPr lvl="3" marL="612036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Dördüncü düzey</a:t>
            </a:r>
            <a:endParaRPr b="0" lang="tr-TR" sz="7600" spc="-1" strike="noStrike">
              <a:solidFill>
                <a:schemeClr val="dk1"/>
              </a:solidFill>
              <a:latin typeface="Calibri"/>
            </a:endParaRPr>
          </a:p>
          <a:p>
            <a:pPr lvl="4" marL="786888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Beşinci düzey</a:t>
            </a:r>
            <a:endParaRPr b="0" lang="tr-TR" sz="7600" spc="-1" strike="noStrike">
              <a:solidFill>
                <a:schemeClr val="dk1"/>
              </a:solidFill>
              <a:latin typeface="Calibri"/>
            </a:endParaRPr>
          </a:p>
        </p:txBody>
      </p:sp>
      <p:sp>
        <p:nvSpPr>
          <p:cNvPr id="18" name="PlaceHolder 3"/>
          <p:cNvSpPr>
            <a:spLocks noGrp="1"/>
          </p:cNvSpPr>
          <p:nvPr>
            <p:ph type="dt" idx="10"/>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19" name="PlaceHolder 4"/>
          <p:cNvSpPr>
            <a:spLocks noGrp="1"/>
          </p:cNvSpPr>
          <p:nvPr>
            <p:ph type="ftr" idx="11"/>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20" name="PlaceHolder 5"/>
          <p:cNvSpPr>
            <a:spLocks noGrp="1"/>
          </p:cNvSpPr>
          <p:nvPr>
            <p:ph type="sldNum" idx="12"/>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A56FEAF2-9CC9-437C-AD7F-DA7ECDE55D41}"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990800" y="23136120"/>
            <a:ext cx="21422160" cy="7150680"/>
          </a:xfrm>
          <a:prstGeom prst="rect">
            <a:avLst/>
          </a:prstGeom>
          <a:noFill/>
          <a:ln w="0">
            <a:noFill/>
          </a:ln>
        </p:spPr>
        <p:txBody>
          <a:bodyPr lIns="349560" rIns="349560" tIns="174960" bIns="174960" anchor="t">
            <a:noAutofit/>
          </a:bodyPr>
          <a:p>
            <a:pPr indent="0" defTabSz="3497400">
              <a:lnSpc>
                <a:spcPct val="100000"/>
              </a:lnSpc>
              <a:buNone/>
            </a:pPr>
            <a:r>
              <a:rPr b="1" lang="tr-TR" sz="15300" spc="-1" strike="noStrike" cap="all">
                <a:solidFill>
                  <a:schemeClr val="dk1"/>
                </a:solidFill>
                <a:latin typeface="Calibri"/>
              </a:rPr>
              <a:t>As</a:t>
            </a:r>
            <a:r>
              <a:rPr b="1" lang="tr-TR" sz="15300" spc="-1" strike="noStrike" cap="all">
                <a:solidFill>
                  <a:schemeClr val="dk1"/>
                </a:solidFill>
                <a:latin typeface="Calibri"/>
              </a:rPr>
              <a:t>ıl </a:t>
            </a:r>
            <a:r>
              <a:rPr b="1" lang="tr-TR" sz="15300" spc="-1" strike="noStrike" cap="all">
                <a:solidFill>
                  <a:schemeClr val="dk1"/>
                </a:solidFill>
                <a:latin typeface="Calibri"/>
              </a:rPr>
              <a:t>b</a:t>
            </a:r>
            <a:r>
              <a:rPr b="1" lang="tr-TR" sz="15300" spc="-1" strike="noStrike" cap="all">
                <a:solidFill>
                  <a:schemeClr val="dk1"/>
                </a:solidFill>
                <a:latin typeface="Calibri"/>
              </a:rPr>
              <a:t>aş</a:t>
            </a:r>
            <a:r>
              <a:rPr b="1" lang="tr-TR" sz="15300" spc="-1" strike="noStrike" cap="all">
                <a:solidFill>
                  <a:schemeClr val="dk1"/>
                </a:solidFill>
                <a:latin typeface="Calibri"/>
              </a:rPr>
              <a:t>lı</a:t>
            </a:r>
            <a:r>
              <a:rPr b="1" lang="tr-TR" sz="15300" spc="-1" strike="noStrike" cap="all">
                <a:solidFill>
                  <a:schemeClr val="dk1"/>
                </a:solidFill>
                <a:latin typeface="Calibri"/>
              </a:rPr>
              <a:t>k </a:t>
            </a:r>
            <a:r>
              <a:rPr b="1" lang="tr-TR" sz="15300" spc="-1" strike="noStrike" cap="all">
                <a:solidFill>
                  <a:schemeClr val="dk1"/>
                </a:solidFill>
                <a:latin typeface="Calibri"/>
              </a:rPr>
              <a:t>st</a:t>
            </a:r>
            <a:r>
              <a:rPr b="1" lang="tr-TR" sz="15300" spc="-1" strike="noStrike" cap="all">
                <a:solidFill>
                  <a:schemeClr val="dk1"/>
                </a:solidFill>
                <a:latin typeface="Calibri"/>
              </a:rPr>
              <a:t>il</a:t>
            </a:r>
            <a:r>
              <a:rPr b="1" lang="tr-TR" sz="15300" spc="-1" strike="noStrike" cap="all">
                <a:solidFill>
                  <a:schemeClr val="dk1"/>
                </a:solidFill>
                <a:latin typeface="Calibri"/>
              </a:rPr>
              <a:t>i </a:t>
            </a:r>
            <a:r>
              <a:rPr b="1" lang="tr-TR" sz="15300" spc="-1" strike="noStrike" cap="all">
                <a:solidFill>
                  <a:schemeClr val="dk1"/>
                </a:solidFill>
                <a:latin typeface="Calibri"/>
              </a:rPr>
              <a:t>iç</a:t>
            </a:r>
            <a:r>
              <a:rPr b="1" lang="tr-TR" sz="15300" spc="-1" strike="noStrike" cap="all">
                <a:solidFill>
                  <a:schemeClr val="dk1"/>
                </a:solidFill>
                <a:latin typeface="Calibri"/>
              </a:rPr>
              <a:t>in </a:t>
            </a:r>
            <a:r>
              <a:rPr b="1" lang="tr-TR" sz="15300" spc="-1" strike="noStrike" cap="all">
                <a:solidFill>
                  <a:schemeClr val="dk1"/>
                </a:solidFill>
                <a:latin typeface="Calibri"/>
              </a:rPr>
              <a:t>tı</a:t>
            </a:r>
            <a:r>
              <a:rPr b="1" lang="tr-TR" sz="15300" spc="-1" strike="noStrike" cap="all">
                <a:solidFill>
                  <a:schemeClr val="dk1"/>
                </a:solidFill>
                <a:latin typeface="Calibri"/>
              </a:rPr>
              <a:t>kl</a:t>
            </a:r>
            <a:r>
              <a:rPr b="1" lang="tr-TR" sz="15300" spc="-1" strike="noStrike" cap="all">
                <a:solidFill>
                  <a:schemeClr val="dk1"/>
                </a:solidFill>
                <a:latin typeface="Calibri"/>
              </a:rPr>
              <a:t>at</a:t>
            </a:r>
            <a:r>
              <a:rPr b="1" lang="tr-TR" sz="15300" spc="-1" strike="noStrike" cap="all">
                <a:solidFill>
                  <a:schemeClr val="dk1"/>
                </a:solidFill>
                <a:latin typeface="Calibri"/>
              </a:rPr>
              <a:t>ın</a:t>
            </a:r>
            <a:endParaRPr b="0" lang="tr-TR" sz="15300" spc="-1" strike="noStrike">
              <a:solidFill>
                <a:schemeClr val="dk1"/>
              </a:solidFill>
              <a:latin typeface="Calibri"/>
            </a:endParaRPr>
          </a:p>
        </p:txBody>
      </p:sp>
      <p:sp>
        <p:nvSpPr>
          <p:cNvPr id="24" name="PlaceHolder 2"/>
          <p:cNvSpPr>
            <a:spLocks noGrp="1"/>
          </p:cNvSpPr>
          <p:nvPr>
            <p:ph type="body"/>
          </p:nvPr>
        </p:nvSpPr>
        <p:spPr>
          <a:xfrm>
            <a:off x="1990800" y="15260400"/>
            <a:ext cx="21422160" cy="7875720"/>
          </a:xfrm>
          <a:prstGeom prst="rect">
            <a:avLst/>
          </a:prstGeom>
          <a:noFill/>
          <a:ln w="0">
            <a:noFill/>
          </a:ln>
        </p:spPr>
        <p:txBody>
          <a:bodyPr lIns="349560" rIns="349560" tIns="174960" bIns="174960" anchor="b">
            <a:noAutofit/>
          </a:bodyPr>
          <a:p>
            <a:pPr indent="0" defTabSz="3497400">
              <a:lnSpc>
                <a:spcPct val="100000"/>
              </a:lnSpc>
              <a:spcBef>
                <a:spcPts val="1519"/>
              </a:spcBef>
              <a:buNone/>
              <a:tabLst>
                <a:tab algn="l" pos="0"/>
              </a:tabLst>
            </a:pPr>
            <a:r>
              <a:rPr b="0" lang="tr-TR" sz="7600" spc="-1" strike="noStrike">
                <a:solidFill>
                  <a:schemeClr val="dk1">
                    <a:tint val="75000"/>
                  </a:schemeClr>
                </a:solidFill>
                <a:latin typeface="Calibri"/>
              </a:rPr>
              <a:t>Asıl metin stillerini düzenlemek için tıklatın</a:t>
            </a:r>
            <a:endParaRPr b="0" lang="tr-TR" sz="7600" spc="-1" strike="noStrike">
              <a:solidFill>
                <a:schemeClr val="dk1"/>
              </a:solidFill>
              <a:latin typeface="Calibri"/>
            </a:endParaRPr>
          </a:p>
        </p:txBody>
      </p:sp>
      <p:sp>
        <p:nvSpPr>
          <p:cNvPr id="25" name="PlaceHolder 3"/>
          <p:cNvSpPr>
            <a:spLocks noGrp="1"/>
          </p:cNvSpPr>
          <p:nvPr>
            <p:ph type="dt" idx="13"/>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26" name="PlaceHolder 4"/>
          <p:cNvSpPr>
            <a:spLocks noGrp="1"/>
          </p:cNvSpPr>
          <p:nvPr>
            <p:ph type="ftr" idx="14"/>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27" name="PlaceHolder 5"/>
          <p:cNvSpPr>
            <a:spLocks noGrp="1"/>
          </p:cNvSpPr>
          <p:nvPr>
            <p:ph type="sldNum" idx="15"/>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24D5D47E-97AB-4C95-9A03-4AD523DC45B2}"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1260000" y="1441800"/>
            <a:ext cx="22682520" cy="6000480"/>
          </a:xfrm>
          <a:prstGeom prst="rect">
            <a:avLst/>
          </a:prstGeom>
          <a:noFill/>
          <a:ln w="0">
            <a:noFill/>
          </a:ln>
        </p:spPr>
        <p:txBody>
          <a:bodyPr lIns="349560" rIns="349560" tIns="174960" bIns="174960" anchor="ctr">
            <a:noAutofit/>
          </a:bodyPr>
          <a:p>
            <a:pPr indent="0" algn="ctr" defTabSz="3497400">
              <a:lnSpc>
                <a:spcPct val="100000"/>
              </a:lnSpc>
              <a:buNone/>
            </a:pPr>
            <a:r>
              <a:rPr b="0" lang="tr-TR" sz="16800" spc="-1" strike="noStrike">
                <a:solidFill>
                  <a:schemeClr val="dk1"/>
                </a:solidFill>
                <a:latin typeface="Calibri"/>
              </a:rPr>
              <a:t>As</a:t>
            </a:r>
            <a:r>
              <a:rPr b="0" lang="tr-TR" sz="16800" spc="-1" strike="noStrike">
                <a:solidFill>
                  <a:schemeClr val="dk1"/>
                </a:solidFill>
                <a:latin typeface="Calibri"/>
              </a:rPr>
              <a:t>ıl </a:t>
            </a:r>
            <a:r>
              <a:rPr b="0" lang="tr-TR" sz="16800" spc="-1" strike="noStrike">
                <a:solidFill>
                  <a:schemeClr val="dk1"/>
                </a:solidFill>
                <a:latin typeface="Calibri"/>
              </a:rPr>
              <a:t>ba</a:t>
            </a:r>
            <a:r>
              <a:rPr b="0" lang="tr-TR" sz="16800" spc="-1" strike="noStrike">
                <a:solidFill>
                  <a:schemeClr val="dk1"/>
                </a:solidFill>
                <a:latin typeface="Calibri"/>
              </a:rPr>
              <a:t>şlı</a:t>
            </a:r>
            <a:r>
              <a:rPr b="0" lang="tr-TR" sz="16800" spc="-1" strike="noStrike">
                <a:solidFill>
                  <a:schemeClr val="dk1"/>
                </a:solidFill>
                <a:latin typeface="Calibri"/>
              </a:rPr>
              <a:t>k </a:t>
            </a:r>
            <a:r>
              <a:rPr b="0" lang="tr-TR" sz="16800" spc="-1" strike="noStrike">
                <a:solidFill>
                  <a:schemeClr val="dk1"/>
                </a:solidFill>
                <a:latin typeface="Calibri"/>
              </a:rPr>
              <a:t>sti</a:t>
            </a:r>
            <a:r>
              <a:rPr b="0" lang="tr-TR" sz="16800" spc="-1" strike="noStrike">
                <a:solidFill>
                  <a:schemeClr val="dk1"/>
                </a:solidFill>
                <a:latin typeface="Calibri"/>
              </a:rPr>
              <a:t>li </a:t>
            </a:r>
            <a:r>
              <a:rPr b="0" lang="tr-TR" sz="16800" spc="-1" strike="noStrike">
                <a:solidFill>
                  <a:schemeClr val="dk1"/>
                </a:solidFill>
                <a:latin typeface="Calibri"/>
              </a:rPr>
              <a:t>içi</a:t>
            </a:r>
            <a:r>
              <a:rPr b="0" lang="tr-TR" sz="16800" spc="-1" strike="noStrike">
                <a:solidFill>
                  <a:schemeClr val="dk1"/>
                </a:solidFill>
                <a:latin typeface="Calibri"/>
              </a:rPr>
              <a:t>n </a:t>
            </a:r>
            <a:r>
              <a:rPr b="0" lang="tr-TR" sz="16800" spc="-1" strike="noStrike">
                <a:solidFill>
                  <a:schemeClr val="dk1"/>
                </a:solidFill>
                <a:latin typeface="Calibri"/>
              </a:rPr>
              <a:t>tık</a:t>
            </a:r>
            <a:r>
              <a:rPr b="0" lang="tr-TR" sz="16800" spc="-1" strike="noStrike">
                <a:solidFill>
                  <a:schemeClr val="dk1"/>
                </a:solidFill>
                <a:latin typeface="Calibri"/>
              </a:rPr>
              <a:t>lat</a:t>
            </a:r>
            <a:r>
              <a:rPr b="0" lang="tr-TR" sz="16800" spc="-1" strike="noStrike">
                <a:solidFill>
                  <a:schemeClr val="dk1"/>
                </a:solidFill>
                <a:latin typeface="Calibri"/>
              </a:rPr>
              <a:t>ın</a:t>
            </a:r>
            <a:endParaRPr b="0" lang="tr-TR" sz="16800" spc="-1" strike="noStrike">
              <a:solidFill>
                <a:schemeClr val="dk1"/>
              </a:solidFill>
              <a:latin typeface="Calibri"/>
            </a:endParaRPr>
          </a:p>
        </p:txBody>
      </p:sp>
      <p:sp>
        <p:nvSpPr>
          <p:cNvPr id="29" name="PlaceHolder 2"/>
          <p:cNvSpPr>
            <a:spLocks noGrp="1"/>
          </p:cNvSpPr>
          <p:nvPr>
            <p:ph type="body"/>
          </p:nvPr>
        </p:nvSpPr>
        <p:spPr>
          <a:xfrm>
            <a:off x="4174200" y="52439760"/>
            <a:ext cx="37344960" cy="148318200"/>
          </a:xfrm>
          <a:prstGeom prst="rect">
            <a:avLst/>
          </a:prstGeom>
          <a:noFill/>
          <a:ln w="0">
            <a:noFill/>
          </a:ln>
        </p:spPr>
        <p:txBody>
          <a:bodyPr lIns="349560" rIns="349560" tIns="174960" bIns="174960" anchor="t">
            <a:noAutofit/>
          </a:bodyPr>
          <a:p>
            <a:pPr marL="1311480" indent="-1311480" defTabSz="3497400">
              <a:lnSpc>
                <a:spcPct val="100000"/>
              </a:lnSpc>
              <a:spcBef>
                <a:spcPts val="2140"/>
              </a:spcBef>
              <a:buClr>
                <a:srgbClr val="000000"/>
              </a:buClr>
              <a:buFont typeface="Arial"/>
              <a:buChar char="•"/>
            </a:pPr>
            <a:r>
              <a:rPr b="0" lang="tr-TR" sz="10700" spc="-1" strike="noStrike">
                <a:solidFill>
                  <a:schemeClr val="dk1"/>
                </a:solidFill>
                <a:latin typeface="Calibri"/>
              </a:rPr>
              <a:t>Asıl metin stillerini düzenlemek için tıklatın</a:t>
            </a:r>
            <a:endParaRPr b="0" lang="tr-TR" sz="10700" spc="-1" strike="noStrike">
              <a:solidFill>
                <a:schemeClr val="dk1"/>
              </a:solidFill>
              <a:latin typeface="Calibri"/>
            </a:endParaRPr>
          </a:p>
          <a:p>
            <a:pPr lvl="1" marL="2841480" indent="-1092960" defTabSz="3497400">
              <a:lnSpc>
                <a:spcPct val="100000"/>
              </a:lnSpc>
              <a:spcBef>
                <a:spcPts val="1840"/>
              </a:spcBef>
              <a:buClr>
                <a:srgbClr val="000000"/>
              </a:buClr>
              <a:buFont typeface="Arial"/>
              <a:buChar char="–"/>
            </a:pPr>
            <a:r>
              <a:rPr b="0" lang="tr-TR" sz="9200" spc="-1" strike="noStrike">
                <a:solidFill>
                  <a:schemeClr val="dk1"/>
                </a:solidFill>
                <a:latin typeface="Calibri"/>
              </a:rPr>
              <a:t>İkinci düzey</a:t>
            </a:r>
            <a:endParaRPr b="0" lang="tr-TR" sz="9200" spc="-1" strike="noStrike">
              <a:solidFill>
                <a:schemeClr val="dk1"/>
              </a:solidFill>
              <a:latin typeface="Calibri"/>
            </a:endParaRPr>
          </a:p>
          <a:p>
            <a:pPr lvl="2" marL="437184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Üçüncü düzey</a:t>
            </a:r>
            <a:endParaRPr b="0" lang="tr-TR" sz="7600" spc="-1" strike="noStrike">
              <a:solidFill>
                <a:schemeClr val="dk1"/>
              </a:solidFill>
              <a:latin typeface="Calibri"/>
            </a:endParaRPr>
          </a:p>
          <a:p>
            <a:pPr lvl="3" marL="6120360" indent="-874440" defTabSz="3497400">
              <a:lnSpc>
                <a:spcPct val="100000"/>
              </a:lnSpc>
              <a:spcBef>
                <a:spcPts val="1380"/>
              </a:spcBef>
              <a:buClr>
                <a:srgbClr val="000000"/>
              </a:buClr>
              <a:buFont typeface="Arial"/>
              <a:buChar char="–"/>
            </a:pPr>
            <a:r>
              <a:rPr b="0" lang="tr-TR" sz="6900" spc="-1" strike="noStrike">
                <a:solidFill>
                  <a:schemeClr val="dk1"/>
                </a:solidFill>
                <a:latin typeface="Calibri"/>
              </a:rPr>
              <a:t>Dördüncü düzey</a:t>
            </a:r>
            <a:endParaRPr b="0" lang="tr-TR" sz="6900" spc="-1" strike="noStrike">
              <a:solidFill>
                <a:schemeClr val="dk1"/>
              </a:solidFill>
              <a:latin typeface="Calibri"/>
            </a:endParaRPr>
          </a:p>
          <a:p>
            <a:pPr lvl="4" marL="7868880" indent="-874440" defTabSz="3497400">
              <a:lnSpc>
                <a:spcPct val="100000"/>
              </a:lnSpc>
              <a:spcBef>
                <a:spcPts val="1380"/>
              </a:spcBef>
              <a:buClr>
                <a:srgbClr val="000000"/>
              </a:buClr>
              <a:buFont typeface="Arial"/>
              <a:buChar char="»"/>
            </a:pPr>
            <a:r>
              <a:rPr b="0" lang="tr-TR" sz="6900" spc="-1" strike="noStrike">
                <a:solidFill>
                  <a:schemeClr val="dk1"/>
                </a:solidFill>
                <a:latin typeface="Calibri"/>
              </a:rPr>
              <a:t>Beşinci düzey</a:t>
            </a:r>
            <a:endParaRPr b="0" lang="tr-TR" sz="6900" spc="-1" strike="noStrike">
              <a:solidFill>
                <a:schemeClr val="dk1"/>
              </a:solidFill>
              <a:latin typeface="Calibri"/>
            </a:endParaRPr>
          </a:p>
        </p:txBody>
      </p:sp>
      <p:sp>
        <p:nvSpPr>
          <p:cNvPr id="30" name="PlaceHolder 3"/>
          <p:cNvSpPr>
            <a:spLocks noGrp="1"/>
          </p:cNvSpPr>
          <p:nvPr>
            <p:ph type="body"/>
          </p:nvPr>
        </p:nvSpPr>
        <p:spPr>
          <a:xfrm>
            <a:off x="41939640" y="52439760"/>
            <a:ext cx="37344960" cy="148318200"/>
          </a:xfrm>
          <a:prstGeom prst="rect">
            <a:avLst/>
          </a:prstGeom>
          <a:noFill/>
          <a:ln w="0">
            <a:noFill/>
          </a:ln>
        </p:spPr>
        <p:txBody>
          <a:bodyPr lIns="349560" rIns="349560" tIns="174960" bIns="174960" anchor="t">
            <a:noAutofit/>
          </a:bodyPr>
          <a:p>
            <a:pPr marL="1311480" indent="-1311480" defTabSz="3497400">
              <a:lnSpc>
                <a:spcPct val="100000"/>
              </a:lnSpc>
              <a:spcBef>
                <a:spcPts val="2140"/>
              </a:spcBef>
              <a:buClr>
                <a:srgbClr val="000000"/>
              </a:buClr>
              <a:buFont typeface="Arial"/>
              <a:buChar char="•"/>
            </a:pPr>
            <a:r>
              <a:rPr b="0" lang="tr-TR" sz="10700" spc="-1" strike="noStrike">
                <a:solidFill>
                  <a:schemeClr val="dk1"/>
                </a:solidFill>
                <a:latin typeface="Calibri"/>
              </a:rPr>
              <a:t>Asıl metin stillerini düzenlemek için tıklatın</a:t>
            </a:r>
            <a:endParaRPr b="0" lang="tr-TR" sz="10700" spc="-1" strike="noStrike">
              <a:solidFill>
                <a:schemeClr val="dk1"/>
              </a:solidFill>
              <a:latin typeface="Calibri"/>
            </a:endParaRPr>
          </a:p>
          <a:p>
            <a:pPr lvl="1" marL="2841480" indent="-1092960" defTabSz="3497400">
              <a:lnSpc>
                <a:spcPct val="100000"/>
              </a:lnSpc>
              <a:spcBef>
                <a:spcPts val="1840"/>
              </a:spcBef>
              <a:buClr>
                <a:srgbClr val="000000"/>
              </a:buClr>
              <a:buFont typeface="Arial"/>
              <a:buChar char="–"/>
            </a:pPr>
            <a:r>
              <a:rPr b="0" lang="tr-TR" sz="9200" spc="-1" strike="noStrike">
                <a:solidFill>
                  <a:schemeClr val="dk1"/>
                </a:solidFill>
                <a:latin typeface="Calibri"/>
              </a:rPr>
              <a:t>İkinci düzey</a:t>
            </a:r>
            <a:endParaRPr b="0" lang="tr-TR" sz="9200" spc="-1" strike="noStrike">
              <a:solidFill>
                <a:schemeClr val="dk1"/>
              </a:solidFill>
              <a:latin typeface="Calibri"/>
            </a:endParaRPr>
          </a:p>
          <a:p>
            <a:pPr lvl="2" marL="437184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Üçüncü düzey</a:t>
            </a:r>
            <a:endParaRPr b="0" lang="tr-TR" sz="7600" spc="-1" strike="noStrike">
              <a:solidFill>
                <a:schemeClr val="dk1"/>
              </a:solidFill>
              <a:latin typeface="Calibri"/>
            </a:endParaRPr>
          </a:p>
          <a:p>
            <a:pPr lvl="3" marL="6120360" indent="-874440" defTabSz="3497400">
              <a:lnSpc>
                <a:spcPct val="100000"/>
              </a:lnSpc>
              <a:spcBef>
                <a:spcPts val="1380"/>
              </a:spcBef>
              <a:buClr>
                <a:srgbClr val="000000"/>
              </a:buClr>
              <a:buFont typeface="Arial"/>
              <a:buChar char="–"/>
            </a:pPr>
            <a:r>
              <a:rPr b="0" lang="tr-TR" sz="6900" spc="-1" strike="noStrike">
                <a:solidFill>
                  <a:schemeClr val="dk1"/>
                </a:solidFill>
                <a:latin typeface="Calibri"/>
              </a:rPr>
              <a:t>Dördüncü düzey</a:t>
            </a:r>
            <a:endParaRPr b="0" lang="tr-TR" sz="6900" spc="-1" strike="noStrike">
              <a:solidFill>
                <a:schemeClr val="dk1"/>
              </a:solidFill>
              <a:latin typeface="Calibri"/>
            </a:endParaRPr>
          </a:p>
          <a:p>
            <a:pPr lvl="4" marL="7868880" indent="-874440" defTabSz="3497400">
              <a:lnSpc>
                <a:spcPct val="100000"/>
              </a:lnSpc>
              <a:spcBef>
                <a:spcPts val="1380"/>
              </a:spcBef>
              <a:buClr>
                <a:srgbClr val="000000"/>
              </a:buClr>
              <a:buFont typeface="Arial"/>
              <a:buChar char="»"/>
            </a:pPr>
            <a:r>
              <a:rPr b="0" lang="tr-TR" sz="6900" spc="-1" strike="noStrike">
                <a:solidFill>
                  <a:schemeClr val="dk1"/>
                </a:solidFill>
                <a:latin typeface="Calibri"/>
              </a:rPr>
              <a:t>Beşinci düzey</a:t>
            </a:r>
            <a:endParaRPr b="0" lang="tr-TR" sz="6900" spc="-1" strike="noStrike">
              <a:solidFill>
                <a:schemeClr val="dk1"/>
              </a:solidFill>
              <a:latin typeface="Calibri"/>
            </a:endParaRPr>
          </a:p>
        </p:txBody>
      </p:sp>
      <p:sp>
        <p:nvSpPr>
          <p:cNvPr id="31" name="PlaceHolder 4"/>
          <p:cNvSpPr>
            <a:spLocks noGrp="1"/>
          </p:cNvSpPr>
          <p:nvPr>
            <p:ph type="dt" idx="16"/>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32" name="PlaceHolder 5"/>
          <p:cNvSpPr>
            <a:spLocks noGrp="1"/>
          </p:cNvSpPr>
          <p:nvPr>
            <p:ph type="ftr" idx="17"/>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33" name="PlaceHolder 6"/>
          <p:cNvSpPr>
            <a:spLocks noGrp="1"/>
          </p:cNvSpPr>
          <p:nvPr>
            <p:ph type="sldNum" idx="18"/>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498A0EB3-3C7A-479B-9379-5F131A4A88F6}"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260000" y="1441800"/>
            <a:ext cx="22682520" cy="6000480"/>
          </a:xfrm>
          <a:prstGeom prst="rect">
            <a:avLst/>
          </a:prstGeom>
          <a:noFill/>
          <a:ln w="0">
            <a:noFill/>
          </a:ln>
        </p:spPr>
        <p:txBody>
          <a:bodyPr lIns="349560" rIns="349560" tIns="174960" bIns="174960" anchor="ctr">
            <a:noAutofit/>
          </a:bodyPr>
          <a:p>
            <a:pPr indent="0" algn="ctr" defTabSz="3497400">
              <a:lnSpc>
                <a:spcPct val="100000"/>
              </a:lnSpc>
              <a:buNone/>
            </a:pPr>
            <a:r>
              <a:rPr b="0" lang="tr-TR" sz="16800" spc="-1" strike="noStrike">
                <a:solidFill>
                  <a:schemeClr val="dk1"/>
                </a:solidFill>
                <a:latin typeface="Calibri"/>
              </a:rPr>
              <a:t>As</a:t>
            </a:r>
            <a:r>
              <a:rPr b="0" lang="tr-TR" sz="16800" spc="-1" strike="noStrike">
                <a:solidFill>
                  <a:schemeClr val="dk1"/>
                </a:solidFill>
                <a:latin typeface="Calibri"/>
              </a:rPr>
              <a:t>ıl </a:t>
            </a:r>
            <a:r>
              <a:rPr b="0" lang="tr-TR" sz="16800" spc="-1" strike="noStrike">
                <a:solidFill>
                  <a:schemeClr val="dk1"/>
                </a:solidFill>
                <a:latin typeface="Calibri"/>
              </a:rPr>
              <a:t>ba</a:t>
            </a:r>
            <a:r>
              <a:rPr b="0" lang="tr-TR" sz="16800" spc="-1" strike="noStrike">
                <a:solidFill>
                  <a:schemeClr val="dk1"/>
                </a:solidFill>
                <a:latin typeface="Calibri"/>
              </a:rPr>
              <a:t>şlı</a:t>
            </a:r>
            <a:r>
              <a:rPr b="0" lang="tr-TR" sz="16800" spc="-1" strike="noStrike">
                <a:solidFill>
                  <a:schemeClr val="dk1"/>
                </a:solidFill>
                <a:latin typeface="Calibri"/>
              </a:rPr>
              <a:t>k </a:t>
            </a:r>
            <a:r>
              <a:rPr b="0" lang="tr-TR" sz="16800" spc="-1" strike="noStrike">
                <a:solidFill>
                  <a:schemeClr val="dk1"/>
                </a:solidFill>
                <a:latin typeface="Calibri"/>
              </a:rPr>
              <a:t>sti</a:t>
            </a:r>
            <a:r>
              <a:rPr b="0" lang="tr-TR" sz="16800" spc="-1" strike="noStrike">
                <a:solidFill>
                  <a:schemeClr val="dk1"/>
                </a:solidFill>
                <a:latin typeface="Calibri"/>
              </a:rPr>
              <a:t>li </a:t>
            </a:r>
            <a:r>
              <a:rPr b="0" lang="tr-TR" sz="16800" spc="-1" strike="noStrike">
                <a:solidFill>
                  <a:schemeClr val="dk1"/>
                </a:solidFill>
                <a:latin typeface="Calibri"/>
              </a:rPr>
              <a:t>içi</a:t>
            </a:r>
            <a:r>
              <a:rPr b="0" lang="tr-TR" sz="16800" spc="-1" strike="noStrike">
                <a:solidFill>
                  <a:schemeClr val="dk1"/>
                </a:solidFill>
                <a:latin typeface="Calibri"/>
              </a:rPr>
              <a:t>n </a:t>
            </a:r>
            <a:r>
              <a:rPr b="0" lang="tr-TR" sz="16800" spc="-1" strike="noStrike">
                <a:solidFill>
                  <a:schemeClr val="dk1"/>
                </a:solidFill>
                <a:latin typeface="Calibri"/>
              </a:rPr>
              <a:t>tık</a:t>
            </a:r>
            <a:r>
              <a:rPr b="0" lang="tr-TR" sz="16800" spc="-1" strike="noStrike">
                <a:solidFill>
                  <a:schemeClr val="dk1"/>
                </a:solidFill>
                <a:latin typeface="Calibri"/>
              </a:rPr>
              <a:t>lat</a:t>
            </a:r>
            <a:r>
              <a:rPr b="0" lang="tr-TR" sz="16800" spc="-1" strike="noStrike">
                <a:solidFill>
                  <a:schemeClr val="dk1"/>
                </a:solidFill>
                <a:latin typeface="Calibri"/>
              </a:rPr>
              <a:t>ın</a:t>
            </a:r>
            <a:endParaRPr b="0" lang="tr-TR" sz="16800" spc="-1" strike="noStrike">
              <a:solidFill>
                <a:schemeClr val="dk1"/>
              </a:solidFill>
              <a:latin typeface="Calibri"/>
            </a:endParaRPr>
          </a:p>
        </p:txBody>
      </p:sp>
      <p:sp>
        <p:nvSpPr>
          <p:cNvPr id="38" name="PlaceHolder 2"/>
          <p:cNvSpPr>
            <a:spLocks noGrp="1"/>
          </p:cNvSpPr>
          <p:nvPr>
            <p:ph type="body"/>
          </p:nvPr>
        </p:nvSpPr>
        <p:spPr>
          <a:xfrm>
            <a:off x="1260000" y="8059320"/>
            <a:ext cx="11135520" cy="3358440"/>
          </a:xfrm>
          <a:prstGeom prst="rect">
            <a:avLst/>
          </a:prstGeom>
          <a:noFill/>
          <a:ln w="0">
            <a:noFill/>
          </a:ln>
        </p:spPr>
        <p:txBody>
          <a:bodyPr lIns="349560" rIns="349560" tIns="174960" bIns="174960" anchor="b">
            <a:noAutofit/>
          </a:bodyPr>
          <a:p>
            <a:pPr indent="0" defTabSz="3497400">
              <a:lnSpc>
                <a:spcPct val="100000"/>
              </a:lnSpc>
              <a:spcBef>
                <a:spcPts val="1840"/>
              </a:spcBef>
              <a:buNone/>
              <a:tabLst>
                <a:tab algn="l" pos="0"/>
              </a:tabLst>
            </a:pPr>
            <a:r>
              <a:rPr b="1" lang="tr-TR" sz="9200" spc="-1" strike="noStrike">
                <a:solidFill>
                  <a:schemeClr val="dk1"/>
                </a:solidFill>
                <a:latin typeface="Calibri"/>
              </a:rPr>
              <a:t>Asıl metin stillerini düzenlemek için tıklatın</a:t>
            </a:r>
            <a:endParaRPr b="0" lang="tr-TR" sz="9200" spc="-1" strike="noStrike">
              <a:solidFill>
                <a:schemeClr val="dk1"/>
              </a:solidFill>
              <a:latin typeface="Calibri"/>
            </a:endParaRPr>
          </a:p>
        </p:txBody>
      </p:sp>
      <p:sp>
        <p:nvSpPr>
          <p:cNvPr id="39" name="PlaceHolder 3"/>
          <p:cNvSpPr>
            <a:spLocks noGrp="1"/>
          </p:cNvSpPr>
          <p:nvPr>
            <p:ph type="body"/>
          </p:nvPr>
        </p:nvSpPr>
        <p:spPr>
          <a:xfrm>
            <a:off x="1260000" y="11418120"/>
            <a:ext cx="11135520" cy="20743920"/>
          </a:xfrm>
          <a:prstGeom prst="rect">
            <a:avLst/>
          </a:prstGeom>
          <a:noFill/>
          <a:ln w="0">
            <a:noFill/>
          </a:ln>
        </p:spPr>
        <p:txBody>
          <a:bodyPr lIns="349560" rIns="349560" tIns="174960" bIns="174960" anchor="t">
            <a:noAutofit/>
          </a:bodyPr>
          <a:p>
            <a:pPr marL="1311480" indent="-1311480" defTabSz="3497400">
              <a:lnSpc>
                <a:spcPct val="100000"/>
              </a:lnSpc>
              <a:spcBef>
                <a:spcPts val="1840"/>
              </a:spcBef>
              <a:buClr>
                <a:srgbClr val="000000"/>
              </a:buClr>
              <a:buFont typeface="Arial"/>
              <a:buChar char="•"/>
            </a:pPr>
            <a:r>
              <a:rPr b="0" lang="tr-TR" sz="9200" spc="-1" strike="noStrike">
                <a:solidFill>
                  <a:schemeClr val="dk1"/>
                </a:solidFill>
                <a:latin typeface="Calibri"/>
              </a:rPr>
              <a:t>Asıl metin stillerini düzenlemek için tıklatın</a:t>
            </a:r>
            <a:endParaRPr b="0" lang="tr-TR" sz="9200" spc="-1" strike="noStrike">
              <a:solidFill>
                <a:schemeClr val="dk1"/>
              </a:solidFill>
              <a:latin typeface="Calibri"/>
            </a:endParaRPr>
          </a:p>
          <a:p>
            <a:pPr lvl="1" marL="2841480" indent="-1092960" defTabSz="3497400">
              <a:lnSpc>
                <a:spcPct val="100000"/>
              </a:lnSpc>
              <a:spcBef>
                <a:spcPts val="1519"/>
              </a:spcBef>
              <a:buClr>
                <a:srgbClr val="000000"/>
              </a:buClr>
              <a:buFont typeface="Arial"/>
              <a:buChar char="–"/>
            </a:pPr>
            <a:r>
              <a:rPr b="0" lang="tr-TR" sz="7600" spc="-1" strike="noStrike">
                <a:solidFill>
                  <a:schemeClr val="dk1"/>
                </a:solidFill>
                <a:latin typeface="Calibri"/>
              </a:rPr>
              <a:t>İkinci düzey</a:t>
            </a:r>
            <a:endParaRPr b="0" lang="tr-TR" sz="7600" spc="-1" strike="noStrike">
              <a:solidFill>
                <a:schemeClr val="dk1"/>
              </a:solidFill>
              <a:latin typeface="Calibri"/>
            </a:endParaRPr>
          </a:p>
          <a:p>
            <a:pPr lvl="2" marL="4371840" indent="-874440" defTabSz="3497400">
              <a:lnSpc>
                <a:spcPct val="100000"/>
              </a:lnSpc>
              <a:spcBef>
                <a:spcPts val="1380"/>
              </a:spcBef>
              <a:buClr>
                <a:srgbClr val="000000"/>
              </a:buClr>
              <a:buFont typeface="Arial"/>
              <a:buChar char="•"/>
            </a:pPr>
            <a:r>
              <a:rPr b="0" lang="tr-TR" sz="6900" spc="-1" strike="noStrike">
                <a:solidFill>
                  <a:schemeClr val="dk1"/>
                </a:solidFill>
                <a:latin typeface="Calibri"/>
              </a:rPr>
              <a:t>Üçüncü düzey</a:t>
            </a:r>
            <a:endParaRPr b="0" lang="tr-TR" sz="6900" spc="-1" strike="noStrike">
              <a:solidFill>
                <a:schemeClr val="dk1"/>
              </a:solidFill>
              <a:latin typeface="Calibri"/>
            </a:endParaRPr>
          </a:p>
          <a:p>
            <a:pPr lvl="3" marL="6120360" indent="-874440" defTabSz="3497400">
              <a:lnSpc>
                <a:spcPct val="100000"/>
              </a:lnSpc>
              <a:spcBef>
                <a:spcPts val="1219"/>
              </a:spcBef>
              <a:buClr>
                <a:srgbClr val="000000"/>
              </a:buClr>
              <a:buFont typeface="Arial"/>
              <a:buChar char="–"/>
            </a:pPr>
            <a:r>
              <a:rPr b="0" lang="tr-TR" sz="6100" spc="-1" strike="noStrike">
                <a:solidFill>
                  <a:schemeClr val="dk1"/>
                </a:solidFill>
                <a:latin typeface="Calibri"/>
              </a:rPr>
              <a:t>Dördüncü düzey</a:t>
            </a:r>
            <a:endParaRPr b="0" lang="tr-TR" sz="6100" spc="-1" strike="noStrike">
              <a:solidFill>
                <a:schemeClr val="dk1"/>
              </a:solidFill>
              <a:latin typeface="Calibri"/>
            </a:endParaRPr>
          </a:p>
          <a:p>
            <a:pPr lvl="4" marL="7868880" indent="-874440" defTabSz="3497400">
              <a:lnSpc>
                <a:spcPct val="100000"/>
              </a:lnSpc>
              <a:spcBef>
                <a:spcPts val="1219"/>
              </a:spcBef>
              <a:buClr>
                <a:srgbClr val="000000"/>
              </a:buClr>
              <a:buFont typeface="Arial"/>
              <a:buChar char="»"/>
            </a:pPr>
            <a:r>
              <a:rPr b="0" lang="tr-TR" sz="6100" spc="-1" strike="noStrike">
                <a:solidFill>
                  <a:schemeClr val="dk1"/>
                </a:solidFill>
                <a:latin typeface="Calibri"/>
              </a:rPr>
              <a:t>Beşinci düzey</a:t>
            </a:r>
            <a:endParaRPr b="0" lang="tr-TR" sz="6100" spc="-1" strike="noStrike">
              <a:solidFill>
                <a:schemeClr val="dk1"/>
              </a:solidFill>
              <a:latin typeface="Calibri"/>
            </a:endParaRPr>
          </a:p>
        </p:txBody>
      </p:sp>
      <p:sp>
        <p:nvSpPr>
          <p:cNvPr id="40" name="PlaceHolder 4"/>
          <p:cNvSpPr>
            <a:spLocks noGrp="1"/>
          </p:cNvSpPr>
          <p:nvPr>
            <p:ph type="body"/>
          </p:nvPr>
        </p:nvSpPr>
        <p:spPr>
          <a:xfrm>
            <a:off x="12802680" y="8059320"/>
            <a:ext cx="11139840" cy="3358440"/>
          </a:xfrm>
          <a:prstGeom prst="rect">
            <a:avLst/>
          </a:prstGeom>
          <a:noFill/>
          <a:ln w="0">
            <a:noFill/>
          </a:ln>
        </p:spPr>
        <p:txBody>
          <a:bodyPr lIns="349560" rIns="349560" tIns="174960" bIns="174960" anchor="b">
            <a:noAutofit/>
          </a:bodyPr>
          <a:p>
            <a:pPr indent="0" defTabSz="3497400">
              <a:lnSpc>
                <a:spcPct val="100000"/>
              </a:lnSpc>
              <a:spcBef>
                <a:spcPts val="1840"/>
              </a:spcBef>
              <a:buNone/>
              <a:tabLst>
                <a:tab algn="l" pos="0"/>
              </a:tabLst>
            </a:pPr>
            <a:r>
              <a:rPr b="1" lang="tr-TR" sz="9200" spc="-1" strike="noStrike">
                <a:solidFill>
                  <a:schemeClr val="dk1"/>
                </a:solidFill>
                <a:latin typeface="Calibri"/>
              </a:rPr>
              <a:t>Asıl metin stillerini düzenlemek için tıklatın</a:t>
            </a:r>
            <a:endParaRPr b="0" lang="tr-TR" sz="9200" spc="-1" strike="noStrike">
              <a:solidFill>
                <a:schemeClr val="dk1"/>
              </a:solidFill>
              <a:latin typeface="Calibri"/>
            </a:endParaRPr>
          </a:p>
        </p:txBody>
      </p:sp>
      <p:sp>
        <p:nvSpPr>
          <p:cNvPr id="41" name="PlaceHolder 5"/>
          <p:cNvSpPr>
            <a:spLocks noGrp="1"/>
          </p:cNvSpPr>
          <p:nvPr>
            <p:ph type="body"/>
          </p:nvPr>
        </p:nvSpPr>
        <p:spPr>
          <a:xfrm>
            <a:off x="12802680" y="11418120"/>
            <a:ext cx="11139840" cy="20743920"/>
          </a:xfrm>
          <a:prstGeom prst="rect">
            <a:avLst/>
          </a:prstGeom>
          <a:noFill/>
          <a:ln w="0">
            <a:noFill/>
          </a:ln>
        </p:spPr>
        <p:txBody>
          <a:bodyPr lIns="349560" rIns="349560" tIns="174960" bIns="174960" anchor="t">
            <a:noAutofit/>
          </a:bodyPr>
          <a:p>
            <a:pPr marL="1311480" indent="-1311480" defTabSz="3497400">
              <a:lnSpc>
                <a:spcPct val="100000"/>
              </a:lnSpc>
              <a:spcBef>
                <a:spcPts val="1840"/>
              </a:spcBef>
              <a:buClr>
                <a:srgbClr val="000000"/>
              </a:buClr>
              <a:buFont typeface="Arial"/>
              <a:buChar char="•"/>
            </a:pPr>
            <a:r>
              <a:rPr b="0" lang="tr-TR" sz="9200" spc="-1" strike="noStrike">
                <a:solidFill>
                  <a:schemeClr val="dk1"/>
                </a:solidFill>
                <a:latin typeface="Calibri"/>
              </a:rPr>
              <a:t>Asıl metin stillerini düzenlemek için tıklatın</a:t>
            </a:r>
            <a:endParaRPr b="0" lang="tr-TR" sz="9200" spc="-1" strike="noStrike">
              <a:solidFill>
                <a:schemeClr val="dk1"/>
              </a:solidFill>
              <a:latin typeface="Calibri"/>
            </a:endParaRPr>
          </a:p>
          <a:p>
            <a:pPr lvl="1" marL="2841480" indent="-1092960" defTabSz="3497400">
              <a:lnSpc>
                <a:spcPct val="100000"/>
              </a:lnSpc>
              <a:spcBef>
                <a:spcPts val="1519"/>
              </a:spcBef>
              <a:buClr>
                <a:srgbClr val="000000"/>
              </a:buClr>
              <a:buFont typeface="Arial"/>
              <a:buChar char="–"/>
            </a:pPr>
            <a:r>
              <a:rPr b="0" lang="tr-TR" sz="7600" spc="-1" strike="noStrike">
                <a:solidFill>
                  <a:schemeClr val="dk1"/>
                </a:solidFill>
                <a:latin typeface="Calibri"/>
              </a:rPr>
              <a:t>İkinci düzey</a:t>
            </a:r>
            <a:endParaRPr b="0" lang="tr-TR" sz="7600" spc="-1" strike="noStrike">
              <a:solidFill>
                <a:schemeClr val="dk1"/>
              </a:solidFill>
              <a:latin typeface="Calibri"/>
            </a:endParaRPr>
          </a:p>
          <a:p>
            <a:pPr lvl="2" marL="4371840" indent="-874440" defTabSz="3497400">
              <a:lnSpc>
                <a:spcPct val="100000"/>
              </a:lnSpc>
              <a:spcBef>
                <a:spcPts val="1380"/>
              </a:spcBef>
              <a:buClr>
                <a:srgbClr val="000000"/>
              </a:buClr>
              <a:buFont typeface="Arial"/>
              <a:buChar char="•"/>
            </a:pPr>
            <a:r>
              <a:rPr b="0" lang="tr-TR" sz="6900" spc="-1" strike="noStrike">
                <a:solidFill>
                  <a:schemeClr val="dk1"/>
                </a:solidFill>
                <a:latin typeface="Calibri"/>
              </a:rPr>
              <a:t>Üçüncü düzey</a:t>
            </a:r>
            <a:endParaRPr b="0" lang="tr-TR" sz="6900" spc="-1" strike="noStrike">
              <a:solidFill>
                <a:schemeClr val="dk1"/>
              </a:solidFill>
              <a:latin typeface="Calibri"/>
            </a:endParaRPr>
          </a:p>
          <a:p>
            <a:pPr lvl="3" marL="6120360" indent="-874440" defTabSz="3497400">
              <a:lnSpc>
                <a:spcPct val="100000"/>
              </a:lnSpc>
              <a:spcBef>
                <a:spcPts val="1219"/>
              </a:spcBef>
              <a:buClr>
                <a:srgbClr val="000000"/>
              </a:buClr>
              <a:buFont typeface="Arial"/>
              <a:buChar char="–"/>
            </a:pPr>
            <a:r>
              <a:rPr b="0" lang="tr-TR" sz="6100" spc="-1" strike="noStrike">
                <a:solidFill>
                  <a:schemeClr val="dk1"/>
                </a:solidFill>
                <a:latin typeface="Calibri"/>
              </a:rPr>
              <a:t>Dördüncü düzey</a:t>
            </a:r>
            <a:endParaRPr b="0" lang="tr-TR" sz="6100" spc="-1" strike="noStrike">
              <a:solidFill>
                <a:schemeClr val="dk1"/>
              </a:solidFill>
              <a:latin typeface="Calibri"/>
            </a:endParaRPr>
          </a:p>
          <a:p>
            <a:pPr lvl="4" marL="7868880" indent="-874440" defTabSz="3497400">
              <a:lnSpc>
                <a:spcPct val="100000"/>
              </a:lnSpc>
              <a:spcBef>
                <a:spcPts val="1219"/>
              </a:spcBef>
              <a:buClr>
                <a:srgbClr val="000000"/>
              </a:buClr>
              <a:buFont typeface="Arial"/>
              <a:buChar char="»"/>
            </a:pPr>
            <a:r>
              <a:rPr b="0" lang="tr-TR" sz="6100" spc="-1" strike="noStrike">
                <a:solidFill>
                  <a:schemeClr val="dk1"/>
                </a:solidFill>
                <a:latin typeface="Calibri"/>
              </a:rPr>
              <a:t>Beşinci düzey</a:t>
            </a:r>
            <a:endParaRPr b="0" lang="tr-TR" sz="6100" spc="-1" strike="noStrike">
              <a:solidFill>
                <a:schemeClr val="dk1"/>
              </a:solidFill>
              <a:latin typeface="Calibri"/>
            </a:endParaRPr>
          </a:p>
        </p:txBody>
      </p:sp>
      <p:sp>
        <p:nvSpPr>
          <p:cNvPr id="42" name="PlaceHolder 6"/>
          <p:cNvSpPr>
            <a:spLocks noGrp="1"/>
          </p:cNvSpPr>
          <p:nvPr>
            <p:ph type="dt" idx="19"/>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43" name="PlaceHolder 7"/>
          <p:cNvSpPr>
            <a:spLocks noGrp="1"/>
          </p:cNvSpPr>
          <p:nvPr>
            <p:ph type="ftr" idx="20"/>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44" name="PlaceHolder 8"/>
          <p:cNvSpPr>
            <a:spLocks noGrp="1"/>
          </p:cNvSpPr>
          <p:nvPr>
            <p:ph type="sldNum" idx="21"/>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2FD4478D-2CF2-440A-9551-547DC0DD8726}"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1260000" y="1441800"/>
            <a:ext cx="22682520" cy="6000480"/>
          </a:xfrm>
          <a:prstGeom prst="rect">
            <a:avLst/>
          </a:prstGeom>
          <a:noFill/>
          <a:ln w="0">
            <a:noFill/>
          </a:ln>
        </p:spPr>
        <p:txBody>
          <a:bodyPr lIns="349560" rIns="349560" tIns="174960" bIns="174960" anchor="ctr">
            <a:noAutofit/>
          </a:bodyPr>
          <a:p>
            <a:pPr indent="0" algn="ctr" defTabSz="3497400">
              <a:lnSpc>
                <a:spcPct val="100000"/>
              </a:lnSpc>
              <a:buNone/>
            </a:pPr>
            <a:r>
              <a:rPr b="0" lang="tr-TR" sz="16800" spc="-1" strike="noStrike">
                <a:solidFill>
                  <a:schemeClr val="dk1"/>
                </a:solidFill>
                <a:latin typeface="Calibri"/>
              </a:rPr>
              <a:t>Asıl </a:t>
            </a:r>
            <a:r>
              <a:rPr b="0" lang="tr-TR" sz="16800" spc="-1" strike="noStrike">
                <a:solidFill>
                  <a:schemeClr val="dk1"/>
                </a:solidFill>
                <a:latin typeface="Calibri"/>
              </a:rPr>
              <a:t>başlık </a:t>
            </a:r>
            <a:r>
              <a:rPr b="0" lang="tr-TR" sz="16800" spc="-1" strike="noStrike">
                <a:solidFill>
                  <a:schemeClr val="dk1"/>
                </a:solidFill>
                <a:latin typeface="Calibri"/>
              </a:rPr>
              <a:t>stili </a:t>
            </a:r>
            <a:r>
              <a:rPr b="0" lang="tr-TR" sz="16800" spc="-1" strike="noStrike">
                <a:solidFill>
                  <a:schemeClr val="dk1"/>
                </a:solidFill>
                <a:latin typeface="Calibri"/>
              </a:rPr>
              <a:t>için </a:t>
            </a:r>
            <a:r>
              <a:rPr b="0" lang="tr-TR" sz="16800" spc="-1" strike="noStrike">
                <a:solidFill>
                  <a:schemeClr val="dk1"/>
                </a:solidFill>
                <a:latin typeface="Calibri"/>
              </a:rPr>
              <a:t>tıklatı</a:t>
            </a:r>
            <a:r>
              <a:rPr b="0" lang="tr-TR" sz="16800" spc="-1" strike="noStrike">
                <a:solidFill>
                  <a:schemeClr val="dk1"/>
                </a:solidFill>
                <a:latin typeface="Calibri"/>
              </a:rPr>
              <a:t>n</a:t>
            </a:r>
            <a:endParaRPr b="0" lang="tr-TR" sz="16800" spc="-1" strike="noStrike">
              <a:solidFill>
                <a:schemeClr val="dk1"/>
              </a:solidFill>
              <a:latin typeface="Calibri"/>
            </a:endParaRPr>
          </a:p>
        </p:txBody>
      </p:sp>
      <p:sp>
        <p:nvSpPr>
          <p:cNvPr id="46" name="PlaceHolder 2"/>
          <p:cNvSpPr>
            <a:spLocks noGrp="1"/>
          </p:cNvSpPr>
          <p:nvPr>
            <p:ph type="dt" idx="22"/>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47" name="PlaceHolder 3"/>
          <p:cNvSpPr>
            <a:spLocks noGrp="1"/>
          </p:cNvSpPr>
          <p:nvPr>
            <p:ph type="ftr" idx="23"/>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48" name="PlaceHolder 4"/>
          <p:cNvSpPr>
            <a:spLocks noGrp="1"/>
          </p:cNvSpPr>
          <p:nvPr>
            <p:ph type="sldNum" idx="24"/>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05894CD3-A302-49CD-B649-8CAD9789F061}"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51" name="PlaceHolder 2"/>
          <p:cNvSpPr>
            <a:spLocks noGrp="1"/>
          </p:cNvSpPr>
          <p:nvPr>
            <p:ph type="ftr" idx="26"/>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52" name="PlaceHolder 3"/>
          <p:cNvSpPr>
            <a:spLocks noGrp="1"/>
          </p:cNvSpPr>
          <p:nvPr>
            <p:ph type="sldNum" idx="27"/>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53B593B1-42F9-46F3-95D1-15C25F9F42A4}"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260000" y="1433520"/>
            <a:ext cx="8291160" cy="6100560"/>
          </a:xfrm>
          <a:prstGeom prst="rect">
            <a:avLst/>
          </a:prstGeom>
          <a:noFill/>
          <a:ln w="0">
            <a:noFill/>
          </a:ln>
        </p:spPr>
        <p:txBody>
          <a:bodyPr lIns="349560" rIns="349560" tIns="174960" bIns="174960" anchor="b">
            <a:noAutofit/>
          </a:bodyPr>
          <a:p>
            <a:pPr indent="0" defTabSz="3497400">
              <a:lnSpc>
                <a:spcPct val="100000"/>
              </a:lnSpc>
              <a:buNone/>
            </a:pPr>
            <a:r>
              <a:rPr b="1" lang="tr-TR" sz="7600" spc="-1" strike="noStrike">
                <a:solidFill>
                  <a:schemeClr val="dk1"/>
                </a:solidFill>
                <a:latin typeface="Calibri"/>
              </a:rPr>
              <a:t>Asıl başlık stili için </a:t>
            </a:r>
            <a:r>
              <a:rPr b="1" lang="tr-TR" sz="7600" spc="-1" strike="noStrike">
                <a:solidFill>
                  <a:schemeClr val="dk1"/>
                </a:solidFill>
                <a:latin typeface="Calibri"/>
              </a:rPr>
              <a:t>tıklatın</a:t>
            </a:r>
            <a:endParaRPr b="0" lang="tr-TR" sz="7600" spc="-1" strike="noStrike">
              <a:solidFill>
                <a:schemeClr val="dk1"/>
              </a:solidFill>
              <a:latin typeface="Calibri"/>
            </a:endParaRPr>
          </a:p>
        </p:txBody>
      </p:sp>
      <p:sp>
        <p:nvSpPr>
          <p:cNvPr id="54" name="PlaceHolder 2"/>
          <p:cNvSpPr>
            <a:spLocks noGrp="1"/>
          </p:cNvSpPr>
          <p:nvPr>
            <p:ph type="body"/>
          </p:nvPr>
        </p:nvSpPr>
        <p:spPr>
          <a:xfrm>
            <a:off x="9853560" y="1433520"/>
            <a:ext cx="14088960" cy="30728520"/>
          </a:xfrm>
          <a:prstGeom prst="rect">
            <a:avLst/>
          </a:prstGeom>
          <a:noFill/>
          <a:ln w="0">
            <a:noFill/>
          </a:ln>
        </p:spPr>
        <p:txBody>
          <a:bodyPr lIns="349560" rIns="349560" tIns="174960" bIns="174960" anchor="t">
            <a:noAutofit/>
          </a:bodyPr>
          <a:p>
            <a:pPr marL="1311480" indent="-1311480" defTabSz="3497400">
              <a:lnSpc>
                <a:spcPct val="100000"/>
              </a:lnSpc>
              <a:spcBef>
                <a:spcPts val="2441"/>
              </a:spcBef>
              <a:buClr>
                <a:srgbClr val="000000"/>
              </a:buClr>
              <a:buFont typeface="Arial"/>
              <a:buChar char="•"/>
            </a:pPr>
            <a:r>
              <a:rPr b="0" lang="tr-TR" sz="12200" spc="-1" strike="noStrike">
                <a:solidFill>
                  <a:schemeClr val="dk1"/>
                </a:solidFill>
                <a:latin typeface="Calibri"/>
              </a:rPr>
              <a:t>Asıl metin stillerini düzenlemek için tıklatın</a:t>
            </a:r>
            <a:endParaRPr b="0" lang="tr-TR" sz="12200" spc="-1" strike="noStrike">
              <a:solidFill>
                <a:schemeClr val="dk1"/>
              </a:solidFill>
              <a:latin typeface="Calibri"/>
            </a:endParaRPr>
          </a:p>
          <a:p>
            <a:pPr lvl="1" marL="2841480" indent="-1092960" defTabSz="3497400">
              <a:lnSpc>
                <a:spcPct val="100000"/>
              </a:lnSpc>
              <a:spcBef>
                <a:spcPts val="2140"/>
              </a:spcBef>
              <a:buClr>
                <a:srgbClr val="000000"/>
              </a:buClr>
              <a:buFont typeface="Arial"/>
              <a:buChar char="–"/>
            </a:pPr>
            <a:r>
              <a:rPr b="0" lang="tr-TR" sz="10700" spc="-1" strike="noStrike">
                <a:solidFill>
                  <a:schemeClr val="dk1"/>
                </a:solidFill>
                <a:latin typeface="Calibri"/>
              </a:rPr>
              <a:t>İkinci düzey</a:t>
            </a:r>
            <a:endParaRPr b="0" lang="tr-TR" sz="10700" spc="-1" strike="noStrike">
              <a:solidFill>
                <a:schemeClr val="dk1"/>
              </a:solidFill>
              <a:latin typeface="Calibri"/>
            </a:endParaRPr>
          </a:p>
          <a:p>
            <a:pPr lvl="2" marL="4371840" indent="-874440" defTabSz="3497400">
              <a:lnSpc>
                <a:spcPct val="100000"/>
              </a:lnSpc>
              <a:spcBef>
                <a:spcPts val="1840"/>
              </a:spcBef>
              <a:buClr>
                <a:srgbClr val="000000"/>
              </a:buClr>
              <a:buFont typeface="Arial"/>
              <a:buChar char="•"/>
            </a:pPr>
            <a:r>
              <a:rPr b="0" lang="tr-TR" sz="9200" spc="-1" strike="noStrike">
                <a:solidFill>
                  <a:schemeClr val="dk1"/>
                </a:solidFill>
                <a:latin typeface="Calibri"/>
              </a:rPr>
              <a:t>Üçüncü düzey</a:t>
            </a:r>
            <a:endParaRPr b="0" lang="tr-TR" sz="9200" spc="-1" strike="noStrike">
              <a:solidFill>
                <a:schemeClr val="dk1"/>
              </a:solidFill>
              <a:latin typeface="Calibri"/>
            </a:endParaRPr>
          </a:p>
          <a:p>
            <a:pPr lvl="3" marL="612036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Dördüncü düzey</a:t>
            </a:r>
            <a:endParaRPr b="0" lang="tr-TR" sz="7600" spc="-1" strike="noStrike">
              <a:solidFill>
                <a:schemeClr val="dk1"/>
              </a:solidFill>
              <a:latin typeface="Calibri"/>
            </a:endParaRPr>
          </a:p>
          <a:p>
            <a:pPr lvl="4" marL="7868880" indent="-874440" defTabSz="3497400">
              <a:lnSpc>
                <a:spcPct val="100000"/>
              </a:lnSpc>
              <a:spcBef>
                <a:spcPts val="1519"/>
              </a:spcBef>
              <a:buClr>
                <a:srgbClr val="000000"/>
              </a:buClr>
              <a:buFont typeface="Arial"/>
              <a:buChar char="»"/>
            </a:pPr>
            <a:r>
              <a:rPr b="0" lang="tr-TR" sz="7600" spc="-1" strike="noStrike">
                <a:solidFill>
                  <a:schemeClr val="dk1"/>
                </a:solidFill>
                <a:latin typeface="Calibri"/>
              </a:rPr>
              <a:t>Beşinci düzey</a:t>
            </a:r>
            <a:endParaRPr b="0" lang="tr-TR" sz="7600" spc="-1" strike="noStrike">
              <a:solidFill>
                <a:schemeClr val="dk1"/>
              </a:solidFill>
              <a:latin typeface="Calibri"/>
            </a:endParaRPr>
          </a:p>
        </p:txBody>
      </p:sp>
      <p:sp>
        <p:nvSpPr>
          <p:cNvPr id="55" name="PlaceHolder 3"/>
          <p:cNvSpPr>
            <a:spLocks noGrp="1"/>
          </p:cNvSpPr>
          <p:nvPr>
            <p:ph type="body"/>
          </p:nvPr>
        </p:nvSpPr>
        <p:spPr>
          <a:xfrm>
            <a:off x="1260000" y="7534440"/>
            <a:ext cx="8291160" cy="24627600"/>
          </a:xfrm>
          <a:prstGeom prst="rect">
            <a:avLst/>
          </a:prstGeom>
          <a:noFill/>
          <a:ln w="0">
            <a:noFill/>
          </a:ln>
        </p:spPr>
        <p:txBody>
          <a:bodyPr lIns="349560" rIns="349560" tIns="174960" bIns="174960" anchor="t">
            <a:noAutofit/>
          </a:bodyPr>
          <a:p>
            <a:pPr indent="0" defTabSz="3497400">
              <a:lnSpc>
                <a:spcPct val="100000"/>
              </a:lnSpc>
              <a:spcBef>
                <a:spcPts val="1080"/>
              </a:spcBef>
              <a:buNone/>
              <a:tabLst>
                <a:tab algn="l" pos="0"/>
              </a:tabLst>
            </a:pPr>
            <a:r>
              <a:rPr b="0" lang="tr-TR" sz="5400" spc="-1" strike="noStrike">
                <a:solidFill>
                  <a:schemeClr val="dk1"/>
                </a:solidFill>
                <a:latin typeface="Calibri"/>
              </a:rPr>
              <a:t>Asıl metin stillerini düzenlemek için tıklatın</a:t>
            </a:r>
            <a:endParaRPr b="0" lang="tr-TR" sz="5400" spc="-1" strike="noStrike">
              <a:solidFill>
                <a:schemeClr val="dk1"/>
              </a:solidFill>
              <a:latin typeface="Calibri"/>
            </a:endParaRPr>
          </a:p>
        </p:txBody>
      </p:sp>
      <p:sp>
        <p:nvSpPr>
          <p:cNvPr id="56" name="PlaceHolder 4"/>
          <p:cNvSpPr>
            <a:spLocks noGrp="1"/>
          </p:cNvSpPr>
          <p:nvPr>
            <p:ph type="dt" idx="28"/>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57" name="PlaceHolder 5"/>
          <p:cNvSpPr>
            <a:spLocks noGrp="1"/>
          </p:cNvSpPr>
          <p:nvPr>
            <p:ph type="ftr" idx="29"/>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58" name="PlaceHolder 6"/>
          <p:cNvSpPr>
            <a:spLocks noGrp="1"/>
          </p:cNvSpPr>
          <p:nvPr>
            <p:ph type="sldNum" idx="30"/>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17B0059A-AD34-423E-B016-9BA619477A1D}"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939920" y="25203240"/>
            <a:ext cx="15121440" cy="2975040"/>
          </a:xfrm>
          <a:prstGeom prst="rect">
            <a:avLst/>
          </a:prstGeom>
          <a:noFill/>
          <a:ln w="0">
            <a:noFill/>
          </a:ln>
        </p:spPr>
        <p:txBody>
          <a:bodyPr lIns="349560" rIns="349560" tIns="174960" bIns="174960" anchor="b">
            <a:noAutofit/>
          </a:bodyPr>
          <a:p>
            <a:pPr indent="0" defTabSz="3497400">
              <a:lnSpc>
                <a:spcPct val="100000"/>
              </a:lnSpc>
              <a:buNone/>
            </a:pPr>
            <a:r>
              <a:rPr b="1" lang="tr-TR" sz="7600" spc="-1" strike="noStrike">
                <a:solidFill>
                  <a:schemeClr val="dk1"/>
                </a:solidFill>
                <a:latin typeface="Calibri"/>
              </a:rPr>
              <a:t>Asıl başlık stili için tıklatın</a:t>
            </a:r>
            <a:endParaRPr b="0" lang="tr-TR" sz="7600" spc="-1" strike="noStrike">
              <a:solidFill>
                <a:schemeClr val="dk1"/>
              </a:solidFill>
              <a:latin typeface="Calibri"/>
            </a:endParaRPr>
          </a:p>
        </p:txBody>
      </p:sp>
      <p:sp>
        <p:nvSpPr>
          <p:cNvPr id="60" name="PlaceHolder 2"/>
          <p:cNvSpPr>
            <a:spLocks noGrp="1"/>
          </p:cNvSpPr>
          <p:nvPr>
            <p:ph type="body"/>
          </p:nvPr>
        </p:nvSpPr>
        <p:spPr>
          <a:xfrm>
            <a:off x="4939920" y="3216960"/>
            <a:ext cx="15121440" cy="216025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tr-TR" sz="12200" spc="-1" strike="noStrike">
                <a:solidFill>
                  <a:schemeClr val="dk1"/>
                </a:solidFill>
                <a:latin typeface="Calibri"/>
              </a:rPr>
              <a:t>Anahat metninin biçimini düzenlemek için tıklayın</a:t>
            </a:r>
            <a:endParaRPr b="0" lang="tr-TR" sz="12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tr-TR" sz="12200" spc="-1" strike="noStrike">
                <a:solidFill>
                  <a:schemeClr val="dk1"/>
                </a:solidFill>
                <a:latin typeface="Calibri"/>
              </a:rPr>
              <a:t>İkinci Anahat Düzeyi</a:t>
            </a:r>
            <a:endParaRPr b="0" lang="tr-TR" sz="12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tr-TR" sz="12200" spc="-1" strike="noStrike">
                <a:solidFill>
                  <a:schemeClr val="dk1"/>
                </a:solidFill>
                <a:latin typeface="Calibri"/>
              </a:rPr>
              <a:t>Üçüncü Anahat Düzeyi</a:t>
            </a:r>
            <a:endParaRPr b="0" lang="tr-TR" sz="12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tr-TR" sz="12200" spc="-1" strike="noStrike">
                <a:solidFill>
                  <a:schemeClr val="dk1"/>
                </a:solidFill>
                <a:latin typeface="Calibri"/>
              </a:rPr>
              <a:t>Dördüncü Anahat Düzeyi</a:t>
            </a:r>
            <a:endParaRPr b="0" lang="tr-TR" sz="12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tr-TR" sz="12200" spc="-1" strike="noStrike">
                <a:solidFill>
                  <a:schemeClr val="dk1"/>
                </a:solidFill>
                <a:latin typeface="Calibri"/>
              </a:rPr>
              <a:t>Beşinci Anahat Düzeyi</a:t>
            </a:r>
            <a:endParaRPr b="0" lang="tr-TR" sz="12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tr-TR" sz="12200" spc="-1" strike="noStrike">
                <a:solidFill>
                  <a:schemeClr val="dk1"/>
                </a:solidFill>
                <a:latin typeface="Calibri"/>
              </a:rPr>
              <a:t>Altıncı Anahat Düzeyi</a:t>
            </a:r>
            <a:endParaRPr b="0" lang="tr-TR" sz="12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tr-TR" sz="12200" spc="-1" strike="noStrike">
                <a:solidFill>
                  <a:schemeClr val="dk1"/>
                </a:solidFill>
                <a:latin typeface="Calibri"/>
              </a:rPr>
              <a:t>Yedinci Anahat Düzeyi</a:t>
            </a:r>
            <a:endParaRPr b="0" lang="tr-TR" sz="12200" spc="-1" strike="noStrike">
              <a:solidFill>
                <a:schemeClr val="dk1"/>
              </a:solidFill>
              <a:latin typeface="Calibri"/>
            </a:endParaRPr>
          </a:p>
        </p:txBody>
      </p:sp>
      <p:sp>
        <p:nvSpPr>
          <p:cNvPr id="61" name="PlaceHolder 3"/>
          <p:cNvSpPr>
            <a:spLocks noGrp="1"/>
          </p:cNvSpPr>
          <p:nvPr>
            <p:ph type="body"/>
          </p:nvPr>
        </p:nvSpPr>
        <p:spPr>
          <a:xfrm>
            <a:off x="4939920" y="28178640"/>
            <a:ext cx="15121440" cy="4225320"/>
          </a:xfrm>
          <a:prstGeom prst="rect">
            <a:avLst/>
          </a:prstGeom>
          <a:noFill/>
          <a:ln w="0">
            <a:noFill/>
          </a:ln>
        </p:spPr>
        <p:txBody>
          <a:bodyPr lIns="349560" rIns="349560" tIns="174960" bIns="174960" anchor="t">
            <a:noAutofit/>
          </a:bodyPr>
          <a:p>
            <a:pPr indent="0" defTabSz="3497400">
              <a:lnSpc>
                <a:spcPct val="100000"/>
              </a:lnSpc>
              <a:spcBef>
                <a:spcPts val="1080"/>
              </a:spcBef>
              <a:buNone/>
              <a:tabLst>
                <a:tab algn="l" pos="0"/>
              </a:tabLst>
            </a:pPr>
            <a:r>
              <a:rPr b="0" lang="tr-TR" sz="5400" spc="-1" strike="noStrike">
                <a:solidFill>
                  <a:schemeClr val="dk1"/>
                </a:solidFill>
                <a:latin typeface="Calibri"/>
              </a:rPr>
              <a:t>Asıl metin stillerini düzenlemek için tıklatın</a:t>
            </a:r>
            <a:endParaRPr b="0" lang="tr-TR" sz="5400" spc="-1" strike="noStrike">
              <a:solidFill>
                <a:schemeClr val="dk1"/>
              </a:solidFill>
              <a:latin typeface="Calibri"/>
            </a:endParaRPr>
          </a:p>
        </p:txBody>
      </p:sp>
      <p:sp>
        <p:nvSpPr>
          <p:cNvPr id="62" name="PlaceHolder 4"/>
          <p:cNvSpPr>
            <a:spLocks noGrp="1"/>
          </p:cNvSpPr>
          <p:nvPr>
            <p:ph type="dt" idx="31"/>
          </p:nvPr>
        </p:nvSpPr>
        <p:spPr>
          <a:xfrm>
            <a:off x="1260000" y="33370920"/>
            <a:ext cx="5880240" cy="1916640"/>
          </a:xfrm>
          <a:prstGeom prst="rect">
            <a:avLst/>
          </a:prstGeom>
          <a:noFill/>
          <a:ln w="0">
            <a:noFill/>
          </a:ln>
        </p:spPr>
        <p:txBody>
          <a:bodyPr lIns="349560" rIns="349560" tIns="174960" bIns="174960" anchor="ctr">
            <a:noAutofit/>
          </a:bodyPr>
          <a:lstStyle>
            <a:lvl1pPr indent="0" defTabSz="3497400">
              <a:lnSpc>
                <a:spcPct val="100000"/>
              </a:lnSpc>
              <a:buNone/>
              <a:defRPr b="0" lang="tr-TR" sz="4600" spc="-1" strike="noStrike">
                <a:solidFill>
                  <a:schemeClr val="dk1">
                    <a:tint val="75000"/>
                  </a:schemeClr>
                </a:solidFill>
                <a:latin typeface="Calibri"/>
              </a:defRPr>
            </a:lvl1pPr>
          </a:lstStyle>
          <a:p>
            <a:pPr indent="0" defTabSz="3497400">
              <a:lnSpc>
                <a:spcPct val="100000"/>
              </a:lnSpc>
              <a:buNone/>
            </a:pPr>
            <a:r>
              <a:rPr b="0" lang="tr-TR" sz="4600" spc="-1" strike="noStrike">
                <a:solidFill>
                  <a:schemeClr val="dk1">
                    <a:tint val="75000"/>
                  </a:schemeClr>
                </a:solidFill>
                <a:latin typeface="Calibri"/>
              </a:rPr>
              <a:t>&lt;date/time&gt;</a:t>
            </a:r>
            <a:endParaRPr b="0" lang="tr-TR" sz="4600" spc="-1" strike="noStrike">
              <a:solidFill>
                <a:srgbClr val="000000"/>
              </a:solidFill>
              <a:latin typeface="Times New Roman"/>
            </a:endParaRPr>
          </a:p>
        </p:txBody>
      </p:sp>
      <p:sp>
        <p:nvSpPr>
          <p:cNvPr id="63" name="PlaceHolder 5"/>
          <p:cNvSpPr>
            <a:spLocks noGrp="1"/>
          </p:cNvSpPr>
          <p:nvPr>
            <p:ph type="ftr" idx="32"/>
          </p:nvPr>
        </p:nvSpPr>
        <p:spPr>
          <a:xfrm>
            <a:off x="8611200" y="33370920"/>
            <a:ext cx="7980480" cy="1916640"/>
          </a:xfrm>
          <a:prstGeom prst="rect">
            <a:avLst/>
          </a:prstGeom>
          <a:noFill/>
          <a:ln w="0">
            <a:noFill/>
          </a:ln>
        </p:spPr>
        <p:txBody>
          <a:bodyPr lIns="349560" rIns="349560" tIns="174960" bIns="174960" anchor="ctr">
            <a:noAutofit/>
          </a:bodyPr>
          <a:lstStyle>
            <a:lvl1pPr indent="0" algn="ctr">
              <a:buNone/>
              <a:defRPr b="0" lang="tr-TR" sz="1400" spc="-1" strike="noStrike">
                <a:solidFill>
                  <a:srgbClr val="000000"/>
                </a:solidFill>
                <a:latin typeface="Times New Roman"/>
              </a:defRPr>
            </a:lvl1pPr>
          </a:lstStyle>
          <a:p>
            <a:pPr indent="0" algn="ctr">
              <a:buNone/>
            </a:pPr>
            <a:r>
              <a:rPr b="0" lang="tr-TR" sz="1400" spc="-1" strike="noStrike">
                <a:solidFill>
                  <a:srgbClr val="000000"/>
                </a:solidFill>
                <a:latin typeface="Times New Roman"/>
              </a:rPr>
              <a:t>&lt;footer&gt;</a:t>
            </a:r>
            <a:endParaRPr b="0" lang="tr-TR" sz="1400" spc="-1" strike="noStrike">
              <a:solidFill>
                <a:srgbClr val="000000"/>
              </a:solidFill>
              <a:latin typeface="Times New Roman"/>
            </a:endParaRPr>
          </a:p>
        </p:txBody>
      </p:sp>
      <p:sp>
        <p:nvSpPr>
          <p:cNvPr id="64" name="PlaceHolder 6"/>
          <p:cNvSpPr>
            <a:spLocks noGrp="1"/>
          </p:cNvSpPr>
          <p:nvPr>
            <p:ph type="sldNum" idx="33"/>
          </p:nvPr>
        </p:nvSpPr>
        <p:spPr>
          <a:xfrm>
            <a:off x="18062280" y="33370920"/>
            <a:ext cx="5880240" cy="1916640"/>
          </a:xfrm>
          <a:prstGeom prst="rect">
            <a:avLst/>
          </a:prstGeom>
          <a:noFill/>
          <a:ln w="0">
            <a:noFill/>
          </a:ln>
        </p:spPr>
        <p:txBody>
          <a:bodyPr lIns="349560" rIns="349560" tIns="174960" bIns="174960" anchor="ctr">
            <a:noAutofit/>
          </a:bodyPr>
          <a:lstStyle>
            <a:lvl1pPr indent="0" algn="r" defTabSz="3497400">
              <a:lnSpc>
                <a:spcPct val="100000"/>
              </a:lnSpc>
              <a:buNone/>
              <a:defRPr b="0" lang="tr-TR" sz="4600" spc="-1" strike="noStrike">
                <a:solidFill>
                  <a:schemeClr val="dk1">
                    <a:tint val="75000"/>
                  </a:schemeClr>
                </a:solidFill>
                <a:latin typeface="Calibri"/>
              </a:defRPr>
            </a:lvl1pPr>
          </a:lstStyle>
          <a:p>
            <a:pPr indent="0" algn="r" defTabSz="3497400">
              <a:lnSpc>
                <a:spcPct val="100000"/>
              </a:lnSpc>
              <a:buNone/>
            </a:pPr>
            <a:fld id="{237BF1D2-A3C7-4372-8D83-AF3B3F5130EA}" type="slidenum">
              <a:rPr b="0" lang="tr-TR" sz="4600" spc="-1" strike="noStrike">
                <a:solidFill>
                  <a:schemeClr val="dk1">
                    <a:tint val="75000"/>
                  </a:schemeClr>
                </a:solidFill>
                <a:latin typeface="Calibri"/>
              </a:rPr>
              <a:t>&lt;number&gt;</a:t>
            </a:fld>
            <a:endParaRPr b="0" lang="tr-TR" sz="4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674640" y="1211040"/>
            <a:ext cx="23918040" cy="3830400"/>
          </a:xfrm>
          <a:prstGeom prst="rect">
            <a:avLst/>
          </a:prstGeom>
          <a:noFill/>
          <a:ln w="0">
            <a:noFill/>
          </a:ln>
        </p:spPr>
        <p:txBody>
          <a:bodyPr lIns="349560" rIns="349560" tIns="174960" bIns="174960" anchor="ctr">
            <a:normAutofit/>
          </a:bodyPr>
          <a:p>
            <a:pPr indent="0" algn="ctr" defTabSz="3497400">
              <a:lnSpc>
                <a:spcPct val="100000"/>
              </a:lnSpc>
              <a:buNone/>
            </a:pPr>
            <a:r>
              <a:rPr b="1" lang="tr-TR" sz="7000" spc="-1" strike="noStrike">
                <a:solidFill>
                  <a:schemeClr val="dk1"/>
                </a:solidFill>
                <a:latin typeface="Times New Roman"/>
              </a:rPr>
              <a:t>NetGuard: Orta Ölçekli İşletmeler için Açık Kaynak Ağ Güvenliği İzleme Platformu</a:t>
            </a:r>
            <a:endParaRPr b="0" lang="tr-TR" sz="7000" spc="-1" strike="noStrike">
              <a:solidFill>
                <a:schemeClr val="dk1"/>
              </a:solidFill>
              <a:latin typeface="Calibri"/>
            </a:endParaRPr>
          </a:p>
        </p:txBody>
      </p:sp>
      <p:sp>
        <p:nvSpPr>
          <p:cNvPr id="66" name="PlaceHolder 2"/>
          <p:cNvSpPr>
            <a:spLocks noGrp="1"/>
          </p:cNvSpPr>
          <p:nvPr>
            <p:ph/>
          </p:nvPr>
        </p:nvSpPr>
        <p:spPr>
          <a:xfrm>
            <a:off x="675720" y="5162760"/>
            <a:ext cx="11925360" cy="2573640"/>
          </a:xfrm>
          <a:prstGeom prst="rect">
            <a:avLst/>
          </a:prstGeom>
          <a:noFill/>
          <a:ln w="0">
            <a:noFill/>
          </a:ln>
        </p:spPr>
        <p:txBody>
          <a:bodyPr lIns="349560" rIns="349560" tIns="174960" bIns="174960" anchor="b">
            <a:noAutofit/>
          </a:bodyPr>
          <a:p>
            <a:pPr indent="0" algn="ctr" defTabSz="3497400">
              <a:lnSpc>
                <a:spcPct val="100000"/>
              </a:lnSpc>
              <a:spcBef>
                <a:spcPts val="660"/>
              </a:spcBef>
              <a:buNone/>
              <a:tabLst>
                <a:tab algn="l" pos="0"/>
              </a:tabLst>
            </a:pPr>
            <a:r>
              <a:rPr b="1" i="1" lang="tr-TR" sz="3300" spc="-1" strike="noStrike">
                <a:solidFill>
                  <a:schemeClr val="dk1"/>
                </a:solidFill>
                <a:latin typeface="Times New Roman"/>
              </a:rPr>
              <a:t>Mehmet Çapar</a:t>
            </a:r>
            <a:endParaRPr b="0" lang="tr-TR" sz="3300" spc="-1" strike="noStrike">
              <a:solidFill>
                <a:schemeClr val="dk1"/>
              </a:solidFill>
              <a:latin typeface="Calibri"/>
            </a:endParaRPr>
          </a:p>
          <a:p>
            <a:pPr indent="0" algn="ctr" defTabSz="3497400">
              <a:lnSpc>
                <a:spcPct val="100000"/>
              </a:lnSpc>
              <a:spcBef>
                <a:spcPts val="1840"/>
              </a:spcBef>
              <a:buNone/>
              <a:tabLst>
                <a:tab algn="l" pos="0"/>
              </a:tabLst>
            </a:pPr>
            <a:r>
              <a:rPr b="0" lang="tr-TR" sz="9200" spc="-1" strike="noStrike">
                <a:solidFill>
                  <a:schemeClr val="dk1"/>
                </a:solidFill>
                <a:latin typeface="Calibri"/>
              </a:rPr>
              <a:t>Bilgisayar Mühendisliği Bölümü</a:t>
            </a:r>
            <a:endParaRPr b="0" lang="tr-TR" sz="9200" spc="-1" strike="noStrike">
              <a:solidFill>
                <a:schemeClr val="dk1"/>
              </a:solidFill>
              <a:latin typeface="Calibri"/>
            </a:endParaRPr>
          </a:p>
          <a:p>
            <a:pPr indent="0" algn="ctr" defTabSz="3497400">
              <a:lnSpc>
                <a:spcPct val="100000"/>
              </a:lnSpc>
              <a:spcBef>
                <a:spcPts val="1840"/>
              </a:spcBef>
              <a:buNone/>
              <a:tabLst>
                <a:tab algn="l" pos="0"/>
              </a:tabLst>
            </a:pPr>
            <a:r>
              <a:rPr b="0" lang="tr-TR" sz="9200" spc="-1" strike="noStrike">
                <a:solidFill>
                  <a:schemeClr val="dk1"/>
                </a:solidFill>
                <a:latin typeface="Calibri"/>
              </a:rPr>
              <a:t>Sakarya Üniversitesi, BBIF</a:t>
            </a:r>
            <a:endParaRPr b="0" lang="tr-TR" sz="9200" spc="-1" strike="noStrike">
              <a:solidFill>
                <a:schemeClr val="dk1"/>
              </a:solidFill>
              <a:latin typeface="Calibri"/>
            </a:endParaRPr>
          </a:p>
          <a:p>
            <a:pPr indent="0" algn="ctr" defTabSz="3497400">
              <a:lnSpc>
                <a:spcPct val="100000"/>
              </a:lnSpc>
              <a:spcBef>
                <a:spcPts val="1840"/>
              </a:spcBef>
              <a:buNone/>
              <a:tabLst>
                <a:tab algn="l" pos="0"/>
              </a:tabLst>
            </a:pPr>
            <a:r>
              <a:rPr b="0" lang="tr-TR" sz="9200" spc="-1" strike="noStrike">
                <a:solidFill>
                  <a:schemeClr val="dk1"/>
                </a:solidFill>
                <a:latin typeface="Calibri"/>
              </a:rPr>
              <a:t>20mehmetcapar02@gmail.com</a:t>
            </a:r>
            <a:endParaRPr b="0" lang="tr-TR" sz="9200" spc="-1" strike="noStrike">
              <a:solidFill>
                <a:schemeClr val="dk1"/>
              </a:solidFill>
              <a:latin typeface="Calibri"/>
            </a:endParaRPr>
          </a:p>
        </p:txBody>
      </p:sp>
      <p:sp>
        <p:nvSpPr>
          <p:cNvPr id="67" name="Metin Yer Tutucusu 2"/>
          <p:cNvSpPr/>
          <p:nvPr/>
        </p:nvSpPr>
        <p:spPr>
          <a:xfrm>
            <a:off x="12601440" y="5223600"/>
            <a:ext cx="11990880" cy="248256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Bef>
                <a:spcPts val="660"/>
              </a:spcBef>
              <a:tabLst>
                <a:tab algn="l" pos="0"/>
              </a:tabLst>
            </a:pPr>
            <a:r>
              <a:rPr b="0" i="1" lang="tr-TR" sz="3300" spc="-1" strike="noStrike">
                <a:solidFill>
                  <a:schemeClr val="dk1"/>
                </a:solidFill>
                <a:latin typeface="Times New Roman"/>
              </a:rPr>
              <a:t>Danışman: Prof. Dr. İbrahim ÖZÇELİK</a:t>
            </a:r>
            <a:endParaRPr b="0" lang="tr-TR" sz="3300" spc="-1" strike="noStrike">
              <a:solidFill>
                <a:srgbClr val="000000"/>
              </a:solidFill>
              <a:latin typeface="Arial"/>
            </a:endParaRPr>
          </a:p>
          <a:p>
            <a:pPr algn="ctr" defTabSz="4176360">
              <a:lnSpc>
                <a:spcPct val="100000"/>
              </a:lnSpc>
              <a:spcBef>
                <a:spcPts val="2200"/>
              </a:spcBef>
              <a:tabLst>
                <a:tab algn="l" pos="0"/>
              </a:tabLst>
            </a:pPr>
            <a:r>
              <a:rPr b="0" lang="tr-TR" sz="11000" spc="-1" strike="noStrike">
                <a:solidFill>
                  <a:schemeClr val="dk1"/>
                </a:solidFill>
                <a:latin typeface="Calibri"/>
              </a:rPr>
              <a:t>Bilgisayar Mühendisliği Bölümü</a:t>
            </a:r>
            <a:endParaRPr b="0" lang="tr-TR" sz="11000" spc="-1" strike="noStrike">
              <a:solidFill>
                <a:srgbClr val="000000"/>
              </a:solidFill>
              <a:latin typeface="Arial"/>
            </a:endParaRPr>
          </a:p>
          <a:p>
            <a:pPr algn="ctr" defTabSz="4176360">
              <a:lnSpc>
                <a:spcPct val="100000"/>
              </a:lnSpc>
              <a:spcBef>
                <a:spcPts val="2200"/>
              </a:spcBef>
              <a:tabLst>
                <a:tab algn="l" pos="0"/>
              </a:tabLst>
            </a:pPr>
            <a:r>
              <a:rPr b="0" lang="tr-TR" sz="11000" spc="-1" strike="noStrike">
                <a:solidFill>
                  <a:schemeClr val="dk1"/>
                </a:solidFill>
                <a:latin typeface="Calibri"/>
              </a:rPr>
              <a:t>Sakarya Üniversitesi</a:t>
            </a:r>
            <a:endParaRPr b="0" lang="tr-TR" sz="11000" spc="-1" strike="noStrike">
              <a:solidFill>
                <a:srgbClr val="000000"/>
              </a:solidFill>
              <a:latin typeface="Arial"/>
            </a:endParaRPr>
          </a:p>
        </p:txBody>
      </p:sp>
      <p:sp>
        <p:nvSpPr>
          <p:cNvPr id="68" name="Metin Yer Tutucusu 4"/>
          <p:cNvSpPr/>
          <p:nvPr/>
        </p:nvSpPr>
        <p:spPr>
          <a:xfrm>
            <a:off x="674640" y="8191080"/>
            <a:ext cx="11926800" cy="520812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Bef>
                <a:spcPts val="499"/>
              </a:spcBef>
              <a:spcAft>
                <a:spcPts val="1675"/>
              </a:spcAft>
              <a:tabLst>
                <a:tab algn="l" pos="0"/>
              </a:tabLst>
            </a:pPr>
            <a:r>
              <a:rPr b="0" lang="tr-TR" sz="2500" spc="-1" strike="noStrike">
                <a:solidFill>
                  <a:schemeClr val="dk1"/>
                </a:solidFill>
                <a:latin typeface="Times New Roman"/>
              </a:rPr>
              <a:t>Giriş &amp; Motivasyon</a:t>
            </a:r>
            <a:endParaRPr b="0" lang="tr-TR" sz="2500" spc="-1" strike="noStrike">
              <a:solidFill>
                <a:srgbClr val="000000"/>
              </a:solidFill>
              <a:latin typeface="Arial"/>
            </a:endParaRPr>
          </a:p>
          <a:p>
            <a:pPr algn="just" defTabSz="4176360">
              <a:lnSpc>
                <a:spcPct val="100000"/>
              </a:lnSpc>
              <a:spcBef>
                <a:spcPts val="400"/>
              </a:spcBef>
              <a:spcAft>
                <a:spcPts val="1675"/>
              </a:spcAft>
              <a:tabLst>
                <a:tab algn="l" pos="0"/>
              </a:tabLst>
            </a:pPr>
            <a:r>
              <a:rPr b="0" lang="tr-TR" sz="2000" spc="-1" strike="noStrike">
                <a:solidFill>
                  <a:schemeClr val="dk1"/>
                </a:solidFill>
                <a:latin typeface="Calibri"/>
              </a:rPr>
              <a:t>Verizon 2025 DBIR verilerine göre ortalama veri ihlali tespit süresi 197 gündür; bu süre içinde saldırganlar ağ içinde serbestçe hareket edebilmektedir. Ticari NSM/SIEM çözümlerinin lisans maliyetleri (Splunk ~50.000 $/yıl, QRadar ~30.000 $/yıl) orta ölçekli kurumlar için sürdürülemezdir. NetGuard, 50–500 çalışanlı şirketleri hedefleyen, Docker ile 30 dakikada kurulabilen, sıfır lisans maliyetli açık kaynak bir Ağ Güvenliği İzleme (NSM) platformudur. NIST SP 800-94, CIS Controls v8.1 ve MITRE ATT&amp;CK v17 çerçevelerine uygun olarak tasarlanmıştır.</a:t>
            </a:r>
            <a:endParaRPr b="0" lang="tr-TR" sz="2000" spc="-1" strike="noStrike">
              <a:solidFill>
                <a:srgbClr val="000000"/>
              </a:solidFill>
              <a:latin typeface="Arial"/>
            </a:endParaRPr>
          </a:p>
        </p:txBody>
      </p:sp>
      <p:pic>
        <p:nvPicPr>
          <p:cNvPr id="69" name="Picture 2" descr="C:\Users\MFA\Desktop\a.png"/>
          <p:cNvPicPr/>
          <p:nvPr/>
        </p:nvPicPr>
        <p:blipFill>
          <a:blip r:embed="rId1"/>
          <a:stretch/>
        </p:blipFill>
        <p:spPr>
          <a:xfrm>
            <a:off x="2952000" y="13762800"/>
            <a:ext cx="7260840" cy="1271520"/>
          </a:xfrm>
          <a:prstGeom prst="rect">
            <a:avLst/>
          </a:prstGeom>
          <a:ln w="0">
            <a:noFill/>
          </a:ln>
        </p:spPr>
      </p:pic>
      <p:sp>
        <p:nvSpPr>
          <p:cNvPr id="70" name="Metin kutusu 8"/>
          <p:cNvSpPr/>
          <p:nvPr/>
        </p:nvSpPr>
        <p:spPr>
          <a:xfrm>
            <a:off x="1201320" y="13399560"/>
            <a:ext cx="10967760" cy="380880"/>
          </a:xfrm>
          <a:prstGeom prst="rect">
            <a:avLst/>
          </a:prstGeom>
          <a:noFill/>
          <a:ln w="0">
            <a:noFill/>
          </a:ln>
        </p:spPr>
        <p:style>
          <a:lnRef idx="0"/>
          <a:fillRef idx="0"/>
          <a:effectRef idx="0"/>
          <a:fontRef idx="minor"/>
        </p:style>
        <p:txBody>
          <a:bodyPr lIns="76680" rIns="76680" tIns="38160" bIns="38160" anchor="t">
            <a:spAutoFit/>
          </a:bodyPr>
          <a:p>
            <a:pPr algn="ctr" defTabSz="3497400">
              <a:lnSpc>
                <a:spcPct val="100000"/>
              </a:lnSpc>
            </a:pPr>
            <a:r>
              <a:rPr b="0" i="1" lang="tr-TR" sz="2000" spc="-1" strike="noStrike">
                <a:solidFill>
                  <a:schemeClr val="dk1"/>
                </a:solidFill>
                <a:latin typeface="Times New Roman"/>
              </a:rPr>
              <a:t>Tablo 1: Rakip NSM/SIEM sistemlerle karşılaştırmalı analiz.</a:t>
            </a:r>
            <a:endParaRPr b="0" lang="tr-TR" sz="2000" spc="-1" strike="noStrike">
              <a:solidFill>
                <a:srgbClr val="000000"/>
              </a:solidFill>
              <a:latin typeface="Arial"/>
            </a:endParaRPr>
          </a:p>
        </p:txBody>
      </p:sp>
      <p:sp>
        <p:nvSpPr>
          <p:cNvPr id="71" name="Metin Yer Tutucusu 4"/>
          <p:cNvSpPr/>
          <p:nvPr/>
        </p:nvSpPr>
        <p:spPr>
          <a:xfrm>
            <a:off x="674640" y="15276960"/>
            <a:ext cx="11926800" cy="108972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Bef>
                <a:spcPts val="499"/>
              </a:spcBef>
              <a:spcAft>
                <a:spcPts val="1675"/>
              </a:spcAft>
              <a:tabLst>
                <a:tab algn="l" pos="0"/>
              </a:tabLst>
            </a:pPr>
            <a:r>
              <a:rPr b="0" lang="tr-TR" sz="2500" spc="-1" strike="noStrike">
                <a:solidFill>
                  <a:schemeClr val="dk1"/>
                </a:solidFill>
                <a:latin typeface="Times New Roman"/>
              </a:rPr>
              <a:t>Veri Toplama Katmanı</a:t>
            </a:r>
            <a:endParaRPr b="0" lang="tr-TR" sz="2500" spc="-1" strike="noStrike">
              <a:solidFill>
                <a:srgbClr val="000000"/>
              </a:solidFill>
              <a:latin typeface="Arial"/>
            </a:endParaRPr>
          </a:p>
          <a:p>
            <a:pPr algn="just" defTabSz="4176360">
              <a:lnSpc>
                <a:spcPct val="100000"/>
              </a:lnSpc>
              <a:spcBef>
                <a:spcPts val="400"/>
              </a:spcBef>
              <a:spcAft>
                <a:spcPts val="1675"/>
              </a:spcAft>
              <a:tabLst>
                <a:tab algn="l" pos="0"/>
              </a:tabLst>
            </a:pPr>
            <a:r>
              <a:rPr b="0" lang="tr-TR" sz="2000" spc="-1" strike="noStrike">
                <a:solidFill>
                  <a:schemeClr val="dk1"/>
                </a:solidFill>
                <a:latin typeface="Calibri"/>
              </a:rPr>
              <a:t>NetGuard 9 heterojen kaynaktan veri toplar ve ECS uyumlu normalized_logs tablosunda birleştirir: Syslog (güvenlik duvarı, IDS logları), SNMP v2c/v3 (cihaz metrikleri), Zeek (14 log tipi: conn, dns, http, ssl, ssh, smtp, ftp, rdp, kerberos, smb, dce_rpc, weird, dpd, files), Suricata EVE JSON (45.000+ ET kuralı), NetFlow v5/v9/IPFIX/sFlow (ağ akış verileri), Windows Agent (60+ EID; Security, Sysmon, PowerShell, System, AppLocker kanalları), OpenCanary Honeypot (12 sahte servis tipi), Microsoft 365 ve Google Workspace bulut toplayıcıları. Community ID (RFC) ile Zeek, Suricata ve NetFlow kayıtları aynı TCP bağlantısı üzerinden çapraz pivot edilebilir.</a:t>
            </a:r>
            <a:endParaRPr b="0" lang="tr-TR" sz="2000" spc="-1" strike="noStrike">
              <a:solidFill>
                <a:srgbClr val="000000"/>
              </a:solidFill>
              <a:latin typeface="Arial"/>
            </a:endParaRPr>
          </a:p>
        </p:txBody>
      </p:sp>
      <p:pic>
        <p:nvPicPr>
          <p:cNvPr id="72" name="Picture 3" descr="C:\Users\MFA\Desktop\b.png"/>
          <p:cNvPicPr/>
          <p:nvPr/>
        </p:nvPicPr>
        <p:blipFill>
          <a:blip r:embed="rId2"/>
          <a:stretch/>
        </p:blipFill>
        <p:spPr>
          <a:xfrm>
            <a:off x="1805040" y="15942960"/>
            <a:ext cx="4647600" cy="3004200"/>
          </a:xfrm>
          <a:prstGeom prst="rect">
            <a:avLst/>
          </a:prstGeom>
          <a:ln w="0">
            <a:noFill/>
          </a:ln>
        </p:spPr>
      </p:pic>
      <p:pic>
        <p:nvPicPr>
          <p:cNvPr id="73" name="Picture 4" descr="C:\Users\MFA\Pictures\c.png"/>
          <p:cNvPicPr/>
          <p:nvPr/>
        </p:nvPicPr>
        <p:blipFill>
          <a:blip r:embed="rId3"/>
          <a:stretch/>
        </p:blipFill>
        <p:spPr>
          <a:xfrm>
            <a:off x="6745320" y="15942960"/>
            <a:ext cx="5376600" cy="3004200"/>
          </a:xfrm>
          <a:prstGeom prst="rect">
            <a:avLst/>
          </a:prstGeom>
          <a:ln w="0">
            <a:noFill/>
          </a:ln>
        </p:spPr>
      </p:pic>
      <p:sp>
        <p:nvSpPr>
          <p:cNvPr id="74" name="Metin Yer Tutucusu 4"/>
          <p:cNvSpPr/>
          <p:nvPr/>
        </p:nvSpPr>
        <p:spPr>
          <a:xfrm>
            <a:off x="674640" y="19770840"/>
            <a:ext cx="11926800" cy="2119320"/>
          </a:xfrm>
          <a:prstGeom prst="rect">
            <a:avLst/>
          </a:prstGeom>
          <a:noFill/>
          <a:ln w="0">
            <a:noFill/>
          </a:ln>
        </p:spPr>
        <p:style>
          <a:lnRef idx="0"/>
          <a:fillRef idx="0"/>
          <a:effectRef idx="0"/>
          <a:fontRef idx="minor"/>
        </p:style>
        <p:txBody>
          <a:bodyPr lIns="349560" rIns="349560" tIns="174960" bIns="174960" anchor="b">
            <a:noAutofit/>
          </a:bodyPr>
          <a:p>
            <a:pPr algn="just" defTabSz="4176360">
              <a:lnSpc>
                <a:spcPct val="100000"/>
              </a:lnSpc>
              <a:spcBef>
                <a:spcPts val="400"/>
              </a:spcBef>
              <a:tabLst>
                <a:tab algn="l" pos="0"/>
              </a:tabLst>
            </a:pPr>
            <a:r>
              <a:rPr b="0" lang="tr-TR" sz="2000" spc="-1" strike="noStrike">
                <a:solidFill>
                  <a:schemeClr val="dk1"/>
                </a:solidFill>
                <a:latin typeface="Times New Roman"/>
              </a:rPr>
              <a:t>Pipeline: Kaynak → normalized_logs → Correlator → Kill Chain → Aktif Yanıt</a:t>
            </a:r>
            <a:endParaRPr b="0" lang="tr-TR" sz="2000" spc="-1" strike="noStrike">
              <a:solidFill>
                <a:srgbClr val="000000"/>
              </a:solidFill>
              <a:latin typeface="Arial"/>
            </a:endParaRPr>
          </a:p>
        </p:txBody>
      </p:sp>
      <p:sp>
        <p:nvSpPr>
          <p:cNvPr id="75" name="Dikdörtgen 3"/>
          <p:cNvSpPr/>
          <p:nvPr/>
        </p:nvSpPr>
        <p:spPr>
          <a:xfrm>
            <a:off x="1149840" y="18960480"/>
            <a:ext cx="5958000" cy="380880"/>
          </a:xfrm>
          <a:prstGeom prst="rect">
            <a:avLst/>
          </a:prstGeom>
          <a:noFill/>
          <a:ln w="0">
            <a:noFill/>
          </a:ln>
        </p:spPr>
        <p:style>
          <a:lnRef idx="0"/>
          <a:fillRef idx="0"/>
          <a:effectRef idx="0"/>
          <a:fontRef idx="minor"/>
        </p:style>
        <p:txBody>
          <a:bodyPr wrap="none" lIns="76680" rIns="76680" tIns="38160" bIns="38160" anchor="t">
            <a:spAutoFit/>
          </a:bodyPr>
          <a:p>
            <a:pPr algn="ctr" defTabSz="3497400">
              <a:lnSpc>
                <a:spcPct val="100000"/>
              </a:lnSpc>
            </a:pPr>
            <a:r>
              <a:rPr b="0" i="1" lang="tr-TR" sz="2000" spc="-1" strike="noStrike">
                <a:solidFill>
                  <a:schemeClr val="dk1"/>
                </a:solidFill>
                <a:latin typeface="Times New Roman"/>
              </a:rPr>
              <a:t>Şekil 1: NetGuard sistem mimarisi ve veri akış pipeline'ı.</a:t>
            </a:r>
            <a:endParaRPr b="0" lang="tr-TR" sz="2000" spc="-1" strike="noStrike">
              <a:solidFill>
                <a:srgbClr val="000000"/>
              </a:solidFill>
              <a:latin typeface="Arial"/>
            </a:endParaRPr>
          </a:p>
        </p:txBody>
      </p:sp>
      <p:sp>
        <p:nvSpPr>
          <p:cNvPr id="76" name="Dikdörtgen 5"/>
          <p:cNvSpPr/>
          <p:nvPr/>
        </p:nvSpPr>
        <p:spPr>
          <a:xfrm>
            <a:off x="6637680" y="18997560"/>
            <a:ext cx="6116400" cy="380880"/>
          </a:xfrm>
          <a:prstGeom prst="rect">
            <a:avLst/>
          </a:prstGeom>
          <a:noFill/>
          <a:ln w="0">
            <a:noFill/>
          </a:ln>
        </p:spPr>
        <p:style>
          <a:lnRef idx="0"/>
          <a:fillRef idx="0"/>
          <a:effectRef idx="0"/>
          <a:fontRef idx="minor"/>
        </p:style>
        <p:txBody>
          <a:bodyPr wrap="none" lIns="76680" rIns="76680" tIns="38160" bIns="38160" anchor="t">
            <a:spAutoFit/>
          </a:bodyPr>
          <a:p>
            <a:pPr algn="ctr" defTabSz="3497400">
              <a:lnSpc>
                <a:spcPct val="100000"/>
              </a:lnSpc>
            </a:pPr>
            <a:r>
              <a:rPr b="0" i="1" lang="tr-TR" sz="2000" spc="-1" strike="noStrike">
                <a:solidFill>
                  <a:schemeClr val="dk1"/>
                </a:solidFill>
                <a:latin typeface="Times New Roman"/>
              </a:rPr>
              <a:t>Şekil 2: Dashboard genel bakış paneli (bento grid düzeni).</a:t>
            </a:r>
            <a:endParaRPr b="0" lang="tr-TR" sz="2000" spc="-1" strike="noStrike">
              <a:solidFill>
                <a:srgbClr val="000000"/>
              </a:solidFill>
              <a:latin typeface="Arial"/>
            </a:endParaRPr>
          </a:p>
        </p:txBody>
      </p:sp>
      <p:sp>
        <p:nvSpPr>
          <p:cNvPr id="77" name="Metin Yer Tutucusu 4"/>
          <p:cNvSpPr/>
          <p:nvPr/>
        </p:nvSpPr>
        <p:spPr>
          <a:xfrm>
            <a:off x="674640" y="22060080"/>
            <a:ext cx="11926800" cy="256680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Bef>
                <a:spcPts val="499"/>
              </a:spcBef>
              <a:tabLst>
                <a:tab algn="l" pos="0"/>
              </a:tabLst>
            </a:pPr>
            <a:r>
              <a:rPr b="0" lang="tr-TR" sz="2500" spc="-1" strike="noStrike">
                <a:solidFill>
                  <a:schemeClr val="dk1"/>
                </a:solidFill>
                <a:latin typeface="Times New Roman"/>
              </a:rPr>
              <a:t>Sistem Mimarisi</a:t>
            </a:r>
            <a:endParaRPr b="0" lang="tr-TR" sz="2500" spc="-1" strike="noStrike">
              <a:solidFill>
                <a:srgbClr val="000000"/>
              </a:solidFill>
              <a:latin typeface="Arial"/>
            </a:endParaRPr>
          </a:p>
          <a:p>
            <a:pPr algn="just" defTabSz="4176360">
              <a:lnSpc>
                <a:spcPct val="100000"/>
              </a:lnSpc>
              <a:spcBef>
                <a:spcPts val="400"/>
              </a:spcBef>
              <a:tabLst>
                <a:tab algn="l" pos="0"/>
              </a:tabLst>
            </a:pPr>
            <a:r>
              <a:rPr b="0" lang="tr-TR" sz="2000" spc="-1" strike="noStrike">
                <a:solidFill>
                  <a:schemeClr val="dk1"/>
                </a:solidFill>
                <a:latin typeface="Calibri"/>
              </a:rPr>
              <a:t>Üç katmanlı pipeline: Toplama → Normalleştirme → Tespit/Yanıt. FastAPI backend, Next.js 16 + React 19 dashboard, PostgreSQL 16 + TimescaleDB (1 günlük bölümleme, 7 günlük sıkıştırma, RPO ~24 sn). Korelasyon motoru 60 saniyelik döngüde çalışır; pySigma v2 kuralları doğrudan PostgreSQL sorgularına dönüştürülür. Docker Compose ile 6 servis tek komutla başlatılır.</a:t>
            </a:r>
            <a:endParaRPr b="0" lang="tr-TR" sz="2000" spc="-1" strike="noStrike">
              <a:solidFill>
                <a:srgbClr val="000000"/>
              </a:solidFill>
              <a:latin typeface="Arial"/>
            </a:endParaRPr>
          </a:p>
        </p:txBody>
      </p:sp>
      <p:sp>
        <p:nvSpPr>
          <p:cNvPr id="78" name="Rectangle 2"/>
          <p:cNvSpPr/>
          <p:nvPr/>
        </p:nvSpPr>
        <p:spPr>
          <a:xfrm>
            <a:off x="0" y="-377280"/>
            <a:ext cx="154440" cy="1138680"/>
          </a:xfrm>
          <a:prstGeom prst="rect">
            <a:avLst/>
          </a:prstGeom>
          <a:noFill/>
          <a:ln w="0">
            <a:noFill/>
          </a:ln>
        </p:spPr>
        <p:style>
          <a:lnRef idx="0"/>
          <a:fillRef idx="0"/>
          <a:effectRef idx="0"/>
          <a:fontRef idx="minor"/>
        </p:style>
        <p:txBody>
          <a:bodyPr numCol="1" spcCol="0" wrap="none" lIns="76680" rIns="76680" tIns="38160" bIns="38160" anchor="ctr">
            <a:spAutoFit/>
          </a:bodyPr>
          <a:p>
            <a:pPr defTabSz="3497400">
              <a:lnSpc>
                <a:spcPct val="100000"/>
              </a:lnSpc>
            </a:pPr>
            <a:endParaRPr b="0" lang="tr-TR" sz="6900" spc="-1" strike="noStrike">
              <a:solidFill>
                <a:schemeClr val="dk1"/>
              </a:solidFill>
              <a:latin typeface="Calibri"/>
            </a:endParaRPr>
          </a:p>
        </p:txBody>
      </p:sp>
      <p:pic>
        <p:nvPicPr>
          <p:cNvPr id="79" name="Resim 1" descr=""/>
          <p:cNvPicPr/>
          <p:nvPr/>
        </p:nvPicPr>
        <p:blipFill>
          <a:blip r:embed="rId4"/>
          <a:stretch/>
        </p:blipFill>
        <p:spPr>
          <a:xfrm>
            <a:off x="5538960" y="24554880"/>
            <a:ext cx="2394000" cy="1746000"/>
          </a:xfrm>
          <a:prstGeom prst="rect">
            <a:avLst/>
          </a:prstGeom>
          <a:ln w="0">
            <a:noFill/>
          </a:ln>
        </p:spPr>
      </p:pic>
      <p:sp>
        <p:nvSpPr>
          <p:cNvPr id="80" name="Rectangle 3"/>
          <p:cNvSpPr/>
          <p:nvPr/>
        </p:nvSpPr>
        <p:spPr>
          <a:xfrm>
            <a:off x="674640" y="26481600"/>
            <a:ext cx="11926800" cy="380520"/>
          </a:xfrm>
          <a:prstGeom prst="rect">
            <a:avLst/>
          </a:prstGeom>
          <a:noFill/>
          <a:ln w="0">
            <a:noFill/>
          </a:ln>
        </p:spPr>
        <p:style>
          <a:lnRef idx="0"/>
          <a:fillRef idx="0"/>
          <a:effectRef idx="0"/>
          <a:fontRef idx="minor"/>
        </p:style>
        <p:txBody>
          <a:bodyPr numCol="1" spcCol="0" lIns="76680" rIns="76680" tIns="38160" bIns="38160" anchor="ctr">
            <a:spAutoFit/>
          </a:bodyPr>
          <a:p>
            <a:pPr algn="ctr" defTabSz="765720">
              <a:lnSpc>
                <a:spcPct val="100000"/>
              </a:lnSpc>
            </a:pPr>
            <a:r>
              <a:rPr b="0" i="1" lang="tr-TR" sz="2000" spc="-1" strike="noStrike">
                <a:solidFill>
                  <a:schemeClr val="dk1"/>
                </a:solidFill>
                <a:latin typeface="Times New Roman"/>
              </a:rPr>
              <a:t>Şekil 3: Kill chain swimlane timeline görünümü.</a:t>
            </a:r>
            <a:endParaRPr b="0" lang="tr-TR" sz="2000" spc="-1" strike="noStrike">
              <a:solidFill>
                <a:srgbClr val="000000"/>
              </a:solidFill>
              <a:latin typeface="Arial"/>
            </a:endParaRPr>
          </a:p>
        </p:txBody>
      </p:sp>
      <p:sp>
        <p:nvSpPr>
          <p:cNvPr id="81" name="Dikdörtgen 17"/>
          <p:cNvSpPr/>
          <p:nvPr/>
        </p:nvSpPr>
        <p:spPr>
          <a:xfrm>
            <a:off x="674640" y="27147240"/>
            <a:ext cx="11626920" cy="990720"/>
          </a:xfrm>
          <a:prstGeom prst="rect">
            <a:avLst/>
          </a:prstGeom>
          <a:noFill/>
          <a:ln w="0">
            <a:noFill/>
          </a:ln>
        </p:spPr>
        <p:style>
          <a:lnRef idx="0"/>
          <a:fillRef idx="0"/>
          <a:effectRef idx="0"/>
          <a:fontRef idx="minor"/>
        </p:style>
        <p:txBody>
          <a:bodyPr lIns="76680" rIns="76680" tIns="38160" bIns="38160" anchor="t">
            <a:spAutoFit/>
          </a:bodyPr>
          <a:p>
            <a:pPr marL="215280" algn="just" defTabSz="3497400">
              <a:lnSpc>
                <a:spcPct val="100000"/>
              </a:lnSpc>
            </a:pPr>
            <a:r>
              <a:rPr b="0" lang="en-US" sz="2000" spc="-1" strike="noStrike">
                <a:solidFill>
                  <a:schemeClr val="dk1"/>
                </a:solidFill>
                <a:latin typeface="Times New Roman"/>
              </a:rPr>
              <a:t>Kill chain dedektörü kaynak IP bazında 5 aşamayı (RECON → WEAPONIZE → ACCESS → LATERAL → FULL_ATTACK_CHAIN) 30 dakikalık pencerede takip eder. FULL_ATTACK_CHAIN tespitinde OPNsense REST API veya VyOS SSH üzerinden otomatik IP blokajı tetiklenir.</a:t>
            </a:r>
            <a:endParaRPr b="0" lang="tr-TR" sz="2000" spc="-1" strike="noStrike">
              <a:solidFill>
                <a:srgbClr val="000000"/>
              </a:solidFill>
              <a:latin typeface="Arial"/>
            </a:endParaRPr>
          </a:p>
        </p:txBody>
      </p:sp>
      <p:sp>
        <p:nvSpPr>
          <p:cNvPr id="82" name="Rectangle 5"/>
          <p:cNvSpPr/>
          <p:nvPr/>
        </p:nvSpPr>
        <p:spPr>
          <a:xfrm>
            <a:off x="674640" y="28566720"/>
            <a:ext cx="11626920" cy="2277000"/>
          </a:xfrm>
          <a:prstGeom prst="rect">
            <a:avLst/>
          </a:prstGeom>
          <a:noFill/>
          <a:ln w="0">
            <a:noFill/>
          </a:ln>
        </p:spPr>
        <p:style>
          <a:lnRef idx="0"/>
          <a:fillRef idx="0"/>
          <a:effectRef idx="0"/>
          <a:fontRef idx="minor"/>
        </p:style>
        <p:txBody>
          <a:bodyPr numCol="1" spcCol="0" lIns="76680" rIns="76680" tIns="95760" bIns="63720" anchor="ctr">
            <a:spAutoFit/>
          </a:bodyPr>
          <a:p>
            <a:pPr algn="ctr" defTabSz="765720">
              <a:lnSpc>
                <a:spcPct val="100000"/>
              </a:lnSpc>
              <a:spcAft>
                <a:spcPts val="1675"/>
              </a:spcAft>
            </a:pPr>
            <a:r>
              <a:rPr b="1" lang="tr-TR" sz="2500" spc="-1" strike="noStrike">
                <a:solidFill>
                  <a:schemeClr val="dk1"/>
                </a:solidFill>
                <a:latin typeface="Times New Roman"/>
                <a:ea typeface="MS Mincho"/>
              </a:rPr>
              <a:t>Güvenlik Özellikleri</a:t>
            </a:r>
            <a:endParaRPr b="0" lang="tr-TR" sz="2500" spc="-1" strike="noStrike">
              <a:solidFill>
                <a:srgbClr val="000000"/>
              </a:solidFill>
              <a:latin typeface="Arial"/>
            </a:endParaRPr>
          </a:p>
          <a:p>
            <a:pPr algn="just" defTabSz="765720">
              <a:lnSpc>
                <a:spcPct val="100000"/>
              </a:lnSpc>
              <a:spcAft>
                <a:spcPts val="1675"/>
              </a:spcAft>
            </a:pPr>
            <a:r>
              <a:rPr b="0" lang="tr-TR" sz="2000" spc="-1" strike="noStrike">
                <a:solidFill>
                  <a:schemeClr val="dk1"/>
                </a:solidFill>
                <a:latin typeface="Calibri"/>
                <a:ea typeface="MS Mincho"/>
              </a:rPr>
              <a:t>JWT + TOTP çok faktörlü kimlik doğrulama (pyotp, RFC 6238). SHA-256 zincirli tamper-proof denetim günlüğü (NIST SP 800-92 §3.2). PostgreSQL Row-Level Security ile multi-tenant veri izolasyonu. At-rest alan şifrelemesi (Fernet/AES-128-CBC). Sistematik rate limiting: 60 istek/dakika (SlowAPI, OWASP API Security 2023). Alembic 21 migration; 21 tablo, 11'i RLS korumalı.</a:t>
            </a:r>
            <a:endParaRPr b="0" lang="tr-TR" sz="2000" spc="-1" strike="noStrike">
              <a:solidFill>
                <a:srgbClr val="000000"/>
              </a:solidFill>
              <a:latin typeface="Arial"/>
            </a:endParaRPr>
          </a:p>
        </p:txBody>
      </p:sp>
      <p:pic>
        <p:nvPicPr>
          <p:cNvPr id="83" name="Resim 3" descr=""/>
          <p:cNvPicPr/>
          <p:nvPr/>
        </p:nvPicPr>
        <p:blipFill>
          <a:blip r:embed="rId5"/>
          <a:stretch/>
        </p:blipFill>
        <p:spPr>
          <a:xfrm>
            <a:off x="5469480" y="30357000"/>
            <a:ext cx="3171600" cy="3395880"/>
          </a:xfrm>
          <a:prstGeom prst="rect">
            <a:avLst/>
          </a:prstGeom>
          <a:ln w="0">
            <a:noFill/>
          </a:ln>
        </p:spPr>
      </p:pic>
      <p:sp>
        <p:nvSpPr>
          <p:cNvPr id="84" name="Rectangle 6"/>
          <p:cNvSpPr/>
          <p:nvPr/>
        </p:nvSpPr>
        <p:spPr>
          <a:xfrm>
            <a:off x="674640" y="33821280"/>
            <a:ext cx="11926800" cy="380520"/>
          </a:xfrm>
          <a:prstGeom prst="rect">
            <a:avLst/>
          </a:prstGeom>
          <a:noFill/>
          <a:ln w="0">
            <a:noFill/>
          </a:ln>
        </p:spPr>
        <p:style>
          <a:lnRef idx="0"/>
          <a:fillRef idx="0"/>
          <a:effectRef idx="0"/>
          <a:fontRef idx="minor"/>
        </p:style>
        <p:txBody>
          <a:bodyPr numCol="1" spcCol="0" lIns="76680" rIns="76680" tIns="38160" bIns="38160" anchor="ctr">
            <a:spAutoFit/>
          </a:bodyPr>
          <a:p>
            <a:pPr algn="ctr" defTabSz="765720">
              <a:lnSpc>
                <a:spcPct val="100000"/>
              </a:lnSpc>
            </a:pPr>
            <a:r>
              <a:rPr b="0" i="1" lang="tr-TR" sz="2000" spc="-1" strike="noStrike">
                <a:solidFill>
                  <a:schemeClr val="dk1"/>
                </a:solidFill>
                <a:latin typeface="Times New Roman"/>
              </a:rPr>
              <a:t>Şekil 4: Aktif yanıt ve denetim günlüğü akış şeması.</a:t>
            </a:r>
            <a:endParaRPr b="0" lang="tr-TR" sz="2000" spc="-1" strike="noStrike">
              <a:solidFill>
                <a:srgbClr val="000000"/>
              </a:solidFill>
              <a:latin typeface="Arial"/>
            </a:endParaRPr>
          </a:p>
        </p:txBody>
      </p:sp>
      <p:sp>
        <p:nvSpPr>
          <p:cNvPr id="85" name="Metin Yer Tutucusu 4"/>
          <p:cNvSpPr/>
          <p:nvPr/>
        </p:nvSpPr>
        <p:spPr>
          <a:xfrm>
            <a:off x="12601440" y="8949600"/>
            <a:ext cx="11990880" cy="429948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Bef>
                <a:spcPts val="499"/>
              </a:spcBef>
              <a:spcAft>
                <a:spcPts val="1675"/>
              </a:spcAft>
              <a:tabLst>
                <a:tab algn="l" pos="0"/>
              </a:tabLst>
            </a:pPr>
            <a:r>
              <a:rPr b="0" lang="tr-TR" sz="2500" spc="-1" strike="noStrike">
                <a:solidFill>
                  <a:schemeClr val="dk1"/>
                </a:solidFill>
                <a:latin typeface="Times New Roman"/>
              </a:rPr>
              <a:t>Tespit Katmanı</a:t>
            </a:r>
            <a:endParaRPr b="0" lang="tr-TR" sz="2500" spc="-1" strike="noStrike">
              <a:solidFill>
                <a:srgbClr val="000000"/>
              </a:solidFill>
              <a:latin typeface="Arial"/>
            </a:endParaRPr>
          </a:p>
          <a:p>
            <a:pPr algn="just" defTabSz="4176360">
              <a:lnSpc>
                <a:spcPct val="100000"/>
              </a:lnSpc>
              <a:spcBef>
                <a:spcPts val="400"/>
              </a:spcBef>
              <a:spcAft>
                <a:spcPts val="1675"/>
              </a:spcAft>
              <a:tabLst>
                <a:tab algn="l" pos="0"/>
              </a:tabLst>
            </a:pPr>
            <a:r>
              <a:rPr b="0" lang="tr-TR" sz="2000" spc="-1" strike="noStrike">
                <a:solidFill>
                  <a:schemeClr val="dk1"/>
                </a:solidFill>
                <a:latin typeface="Calibri"/>
              </a:rPr>
              <a:t>pySigma v2 (50+ kural, 14 dosya): Ağ taraması, kimlik doğrulama, C2, exfiltrasyon ve Windows/Zeek/Suricata kategorileri. JSON Korelasyon Motoru: 60 saniyelik pencerede eşik tabanlı gruplama. IsolationForest Anomali Tespiti: contamination=0.02, Welford z-skor + IQR. C2 Beaconing: IAT (Inter-Arrival Time) analizi, Bessel düzeltmeli standart sapma — RITA BlackHat 2018 metodolojisi. Tehdit İstihbaratı: AbuseIPDB + Feodo Tracker + ThreatFox + GreyNoise, composite skor 0–100. CISA KEV entegrasyonu ile bilinen istismar güvenlik açıkları anlık izlenir. TLS/JA4 parmak izi ile C2 çerçeve tespiti entropi eşiği 4.0 üzerinde çalışır.</a:t>
            </a:r>
            <a:endParaRPr b="0" lang="tr-TR" sz="2000" spc="-1" strike="noStrike">
              <a:solidFill>
                <a:srgbClr val="000000"/>
              </a:solidFill>
              <a:latin typeface="Arial"/>
            </a:endParaRPr>
          </a:p>
        </p:txBody>
      </p:sp>
      <p:pic>
        <p:nvPicPr>
          <p:cNvPr id="86" name="Picture 2" descr="C:\Users\MFA\Desktop\q.png"/>
          <p:cNvPicPr/>
          <p:nvPr/>
        </p:nvPicPr>
        <p:blipFill>
          <a:blip r:embed="rId6"/>
          <a:stretch/>
        </p:blipFill>
        <p:spPr>
          <a:xfrm>
            <a:off x="15897960" y="10645920"/>
            <a:ext cx="5044320" cy="1811520"/>
          </a:xfrm>
          <a:prstGeom prst="rect">
            <a:avLst/>
          </a:prstGeom>
          <a:ln w="0">
            <a:noFill/>
          </a:ln>
        </p:spPr>
      </p:pic>
      <p:sp>
        <p:nvSpPr>
          <p:cNvPr id="87" name="Metin Yer Tutucusu 4"/>
          <p:cNvSpPr/>
          <p:nvPr/>
        </p:nvSpPr>
        <p:spPr>
          <a:xfrm>
            <a:off x="12614040" y="14108400"/>
            <a:ext cx="11990880" cy="1877040"/>
          </a:xfrm>
          <a:prstGeom prst="rect">
            <a:avLst/>
          </a:prstGeom>
          <a:noFill/>
          <a:ln w="0">
            <a:noFill/>
          </a:ln>
        </p:spPr>
        <p:style>
          <a:lnRef idx="0"/>
          <a:fillRef idx="0"/>
          <a:effectRef idx="0"/>
          <a:fontRef idx="minor"/>
        </p:style>
        <p:txBody>
          <a:bodyPr lIns="349560" rIns="349560" tIns="174960" bIns="174960" anchor="b">
            <a:noAutofit/>
          </a:bodyPr>
          <a:p>
            <a:pPr marL="1440" algn="ctr" defTabSz="4176360">
              <a:lnSpc>
                <a:spcPct val="100000"/>
              </a:lnSpc>
              <a:spcAft>
                <a:spcPts val="1675"/>
              </a:spcAft>
              <a:tabLst>
                <a:tab algn="l" pos="0"/>
              </a:tabLst>
            </a:pPr>
            <a:r>
              <a:rPr b="0" lang="tr-TR" sz="2500" spc="-1" strike="noStrike">
                <a:solidFill>
                  <a:schemeClr val="dk1"/>
                </a:solidFill>
                <a:latin typeface="Times New Roman"/>
              </a:rPr>
              <a:t>Test Ortamı &amp; Bulgular</a:t>
            </a:r>
            <a:endParaRPr b="0" lang="tr-TR" sz="2500" spc="-1" strike="noStrike">
              <a:solidFill>
                <a:srgbClr val="000000"/>
              </a:solidFill>
              <a:latin typeface="Arial"/>
            </a:endParaRPr>
          </a:p>
          <a:p>
            <a:pPr marL="1440" algn="just" defTabSz="4176360">
              <a:lnSpc>
                <a:spcPct val="100000"/>
              </a:lnSpc>
              <a:spcAft>
                <a:spcPts val="1675"/>
              </a:spcAft>
              <a:tabLst>
                <a:tab algn="l" pos="0"/>
              </a:tabLst>
            </a:pPr>
            <a:r>
              <a:rPr b="0" lang="tr-TR" sz="2000" spc="-1" strike="noStrike">
                <a:solidFill>
                  <a:schemeClr val="dk1"/>
                </a:solidFill>
                <a:latin typeface="Calibri"/>
              </a:rPr>
              <a:t>GNS3 sanal laboratuvar ortamı: OPNsense 26.1.2, VyOS rolling, Alpine WebServer, Windows Server 2022 (WIN-9DUCSU7LDJ0, 5 kanal aktif). Doğrulanan saldırı senaryoları:</a:t>
            </a:r>
            <a:endParaRPr b="0" lang="tr-TR" sz="2000" spc="-1" strike="noStrike">
              <a:solidFill>
                <a:srgbClr val="000000"/>
              </a:solidFill>
              <a:latin typeface="Arial"/>
            </a:endParaRPr>
          </a:p>
        </p:txBody>
      </p:sp>
      <p:graphicFrame>
        <p:nvGraphicFramePr>
          <p:cNvPr id="88" name="Tablo 14"/>
          <p:cNvGraphicFramePr/>
          <p:nvPr/>
        </p:nvGraphicFramePr>
        <p:xfrm>
          <a:off x="13623120" y="16081200"/>
          <a:ext cx="9707400" cy="3157200"/>
        </p:xfrm>
        <a:graphic>
          <a:graphicData uri="http://schemas.openxmlformats.org/drawingml/2006/table">
            <a:tbl>
              <a:tblPr/>
              <a:tblGrid>
                <a:gridCol w="2516760"/>
                <a:gridCol w="3144960"/>
                <a:gridCol w="4045680"/>
              </a:tblGrid>
              <a:tr h="265320">
                <a:tc>
                  <a:txBody>
                    <a:bodyPr lIns="0" rIns="0" tIns="0" bIns="0" anchor="ctr">
                      <a:noAutofit/>
                    </a:bodyPr>
                    <a:p>
                      <a:pPr algn="ctr" defTabSz="3497400">
                        <a:lnSpc>
                          <a:spcPct val="115000"/>
                        </a:lnSpc>
                      </a:pPr>
                      <a:r>
                        <a:rPr b="1" lang="tr-TR" sz="1800" spc="-1" strike="noStrike">
                          <a:solidFill>
                            <a:schemeClr val="lt1"/>
                          </a:solidFill>
                          <a:latin typeface="Times New Roman"/>
                        </a:rPr>
                        <a:t>Sistem</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0" rIns="0" tIns="0" bIns="0" anchor="ctr">
                      <a:noAutofit/>
                    </a:bodyPr>
                    <a:p>
                      <a:pPr algn="ctr" defTabSz="3497400">
                        <a:lnSpc>
                          <a:spcPct val="115000"/>
                        </a:lnSpc>
                      </a:pPr>
                      <a:r>
                        <a:rPr b="1" lang="tr-TR" sz="1800" spc="-1" strike="noStrike">
                          <a:solidFill>
                            <a:schemeClr val="lt1"/>
                          </a:solidFill>
                          <a:latin typeface="Times New Roman"/>
                        </a:rPr>
                        <a:t>Yıllık Maliyet</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0" rIns="0" tIns="0" bIns="0" anchor="t">
                      <a:noAutofit/>
                    </a:bodyPr>
                    <a:p>
                      <a:pPr algn="ctr" defTabSz="3497400">
                        <a:lnSpc>
                          <a:spcPct val="115000"/>
                        </a:lnSpc>
                      </a:pPr>
                      <a:r>
                        <a:rPr b="1" lang="tr-TR" sz="1800" spc="-1" strike="noStrike">
                          <a:solidFill>
                            <a:schemeClr val="lt1"/>
                          </a:solidFill>
                          <a:latin typeface="Times New Roman"/>
                        </a:rPr>
                        <a:t>Kurulum Süresi</a:t>
                      </a:r>
                      <a:endParaRPr b="0" lang="tr-TR" sz="1800" spc="-1" strike="noStrike">
                        <a:solidFill>
                          <a:srgbClr val="ffffff"/>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Splunk Enterprise</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~50.000 $</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Haftalar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IBM QRadar</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~30.000 $</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Haftalar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Darktrace NDR</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~100.000 $</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Günler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Security Onion</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Ücretsiz</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Günler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Wazuh (EDR)</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Ücretsiz</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Saatler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Zeek (standalone)</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Ücretsiz</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Saatler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Suricata (standalone)</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Ücretsiz</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Saatler</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NetGuard (bu çalışma)</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Ücretsiz</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~30 dakika</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265320">
                <a:tc>
                  <a:txBody>
                    <a:bodyPr lIns="0" rIns="0" tIns="0" bIns="0" anchor="ctr">
                      <a:noAutofit/>
                    </a:bodyPr>
                    <a:p>
                      <a:pPr algn="ctr" defTabSz="3497400">
                        <a:lnSpc>
                          <a:spcPct val="115000"/>
                        </a:lnSpc>
                      </a:pPr>
                      <a:r>
                        <a:rPr b="0" lang="tr-TR" sz="1800" spc="-1" strike="noStrike">
                          <a:solidFill>
                            <a:schemeClr val="lt1"/>
                          </a:solidFill>
                          <a:latin typeface="Times New Roman"/>
                        </a:rPr>
                        <a:t>✓ </a:t>
                      </a:r>
                      <a:r>
                        <a:rPr b="0" lang="tr-TR" sz="1800" spc="-1" strike="noStrike">
                          <a:solidFill>
                            <a:schemeClr val="lt1"/>
                          </a:solidFill>
                          <a:latin typeface="Times New Roman"/>
                        </a:rPr>
                        <a:t>= NSM kapsamı</a:t>
                      </a:r>
                      <a:endParaRPr b="0" lang="tr-TR" sz="1800" spc="-1" strike="noStrike">
                        <a:solidFill>
                          <a:srgbClr val="ffffff"/>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0" rIns="0" tIns="0" bIns="0" anchor="ctr">
                      <a:noAutofit/>
                    </a:bodyPr>
                    <a:p>
                      <a:pPr algn="ctr" defTabSz="3497400">
                        <a:lnSpc>
                          <a:spcPct val="115000"/>
                        </a:lnSpc>
                      </a:pPr>
                      <a:r>
                        <a:rPr b="0" lang="tr-TR" sz="1800" spc="-1" strike="noStrike">
                          <a:solidFill>
                            <a:schemeClr val="dk1"/>
                          </a:solidFill>
                          <a:latin typeface="Times New Roman"/>
                        </a:rPr>
                        <a:t>✗ </a:t>
                      </a:r>
                      <a:r>
                        <a:rPr b="0" lang="tr-TR" sz="1800" spc="-1" strike="noStrike">
                          <a:solidFill>
                            <a:schemeClr val="dk1"/>
                          </a:solidFill>
                          <a:latin typeface="Times New Roman"/>
                        </a:rPr>
                        <a:t>= Yok</a:t>
                      </a:r>
                      <a:endParaRPr b="0" lang="tr-TR" sz="1800" spc="-1" strike="noStrike">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0" rIns="0" tIns="0" bIns="0" anchor="t">
                      <a:noAutofit/>
                    </a:bodyPr>
                    <a:p>
                      <a:pPr algn="ctr" defTabSz="3497400">
                        <a:lnSpc>
                          <a:spcPct val="115000"/>
                        </a:lnSpc>
                      </a:pPr>
                      <a:r>
                        <a:rPr b="0" lang="tr-TR" sz="1800" spc="-1" strike="noStrike">
                          <a:solidFill>
                            <a:schemeClr val="dk1"/>
                          </a:solidFill>
                          <a:latin typeface="Times New Roman"/>
                        </a:rPr>
                        <a:t>~ = Kısmi</a:t>
                      </a:r>
                      <a:endParaRPr b="0" lang="tr-TR" sz="1800" spc="-1" strike="noStrike">
                        <a:solidFill>
                          <a:srgbClr val="000000"/>
                        </a:solidFill>
                        <a:latin typeface="Arial"/>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pic>
        <p:nvPicPr>
          <p:cNvPr id="89" name="Picture 4" descr="C:\Users\MFA\Desktop\e.png"/>
          <p:cNvPicPr/>
          <p:nvPr/>
        </p:nvPicPr>
        <p:blipFill>
          <a:blip r:embed="rId7"/>
          <a:stretch/>
        </p:blipFill>
        <p:spPr>
          <a:xfrm>
            <a:off x="16812720" y="19682640"/>
            <a:ext cx="3215160" cy="2295720"/>
          </a:xfrm>
          <a:prstGeom prst="rect">
            <a:avLst/>
          </a:prstGeom>
          <a:ln w="0">
            <a:noFill/>
          </a:ln>
        </p:spPr>
      </p:pic>
      <p:sp>
        <p:nvSpPr>
          <p:cNvPr id="90" name="Metin Yer Tutucusu 4"/>
          <p:cNvSpPr/>
          <p:nvPr/>
        </p:nvSpPr>
        <p:spPr>
          <a:xfrm>
            <a:off x="12632040" y="22276440"/>
            <a:ext cx="11990880" cy="40608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Bef>
                <a:spcPts val="400"/>
              </a:spcBef>
              <a:tabLst>
                <a:tab algn="l" pos="0"/>
              </a:tabLst>
            </a:pPr>
            <a:r>
              <a:rPr b="0" i="1" lang="tr-TR" sz="2000" spc="-1" strike="noStrike">
                <a:solidFill>
                  <a:schemeClr val="dk1"/>
                </a:solidFill>
                <a:latin typeface="Times New Roman"/>
              </a:rPr>
              <a:t>Şekil 6: GNS3 laboratuvar ağ topolojisi.</a:t>
            </a:r>
            <a:endParaRPr b="0" lang="tr-TR" sz="2000" spc="-1" strike="noStrike">
              <a:solidFill>
                <a:srgbClr val="000000"/>
              </a:solidFill>
              <a:latin typeface="Arial"/>
            </a:endParaRPr>
          </a:p>
        </p:txBody>
      </p:sp>
      <p:sp>
        <p:nvSpPr>
          <p:cNvPr id="91" name="Metin Yer Tutucusu 4"/>
          <p:cNvSpPr/>
          <p:nvPr/>
        </p:nvSpPr>
        <p:spPr>
          <a:xfrm>
            <a:off x="12601440" y="22610880"/>
            <a:ext cx="11990880" cy="1358640"/>
          </a:xfrm>
          <a:prstGeom prst="rect">
            <a:avLst/>
          </a:prstGeom>
          <a:noFill/>
          <a:ln w="0">
            <a:noFill/>
          </a:ln>
        </p:spPr>
        <p:style>
          <a:lnRef idx="0"/>
          <a:fillRef idx="0"/>
          <a:effectRef idx="0"/>
          <a:fontRef idx="minor"/>
        </p:style>
        <p:txBody>
          <a:bodyPr lIns="349560" rIns="349560" tIns="174960" bIns="174960" anchor="b">
            <a:noAutofit/>
          </a:bodyPr>
          <a:p>
            <a:pPr algn="just" defTabSz="4176360">
              <a:lnSpc>
                <a:spcPct val="100000"/>
              </a:lnSpc>
              <a:spcBef>
                <a:spcPts val="400"/>
              </a:spcBef>
              <a:tabLst>
                <a:tab algn="l" pos="0"/>
              </a:tabLst>
            </a:pPr>
            <a:r>
              <a:rPr b="0" lang="en-US" sz="2000" spc="-1" strike="noStrike">
                <a:solidFill>
                  <a:schemeClr val="dk1"/>
                </a:solidFill>
                <a:latin typeface="Times New Roman"/>
              </a:rPr>
              <a:t>2788 birim, çapraz ve entegrasyon testi: 0 hata. Kill chain tespiti &lt;60 sn gecikme. Otomatik IP blokajı başarı oranı: %100 (5/5 senaryo). Docker Compose kurulum süresi: ~30 dakika. TimescaleDB sıkıştırma oranı: ~8:1.</a:t>
            </a:r>
            <a:endParaRPr b="0" lang="tr-TR" sz="2000" spc="-1" strike="noStrike">
              <a:solidFill>
                <a:srgbClr val="000000"/>
              </a:solidFill>
              <a:latin typeface="Arial"/>
            </a:endParaRPr>
          </a:p>
        </p:txBody>
      </p:sp>
      <p:sp>
        <p:nvSpPr>
          <p:cNvPr id="92" name="Metin Yer Tutucusu 4"/>
          <p:cNvSpPr/>
          <p:nvPr/>
        </p:nvSpPr>
        <p:spPr>
          <a:xfrm>
            <a:off x="12578760" y="24266880"/>
            <a:ext cx="11990880" cy="2473560"/>
          </a:xfrm>
          <a:prstGeom prst="rect">
            <a:avLst/>
          </a:prstGeom>
          <a:noFill/>
          <a:ln w="0">
            <a:noFill/>
          </a:ln>
        </p:spPr>
        <p:style>
          <a:lnRef idx="0"/>
          <a:fillRef idx="0"/>
          <a:effectRef idx="0"/>
          <a:fontRef idx="minor"/>
        </p:style>
        <p:txBody>
          <a:bodyPr lIns="349560" rIns="349560" tIns="174960" bIns="174960" anchor="b">
            <a:noAutofit/>
          </a:bodyPr>
          <a:p>
            <a:pPr algn="ctr" defTabSz="4176360">
              <a:lnSpc>
                <a:spcPct val="100000"/>
              </a:lnSpc>
              <a:spcAft>
                <a:spcPts val="1675"/>
              </a:spcAft>
              <a:tabLst>
                <a:tab algn="l" pos="0"/>
              </a:tabLst>
            </a:pPr>
            <a:r>
              <a:rPr b="0" lang="tr-TR" sz="2500" spc="-1" strike="noStrike">
                <a:solidFill>
                  <a:schemeClr val="dk1"/>
                </a:solidFill>
                <a:latin typeface="Times New Roman"/>
              </a:rPr>
              <a:t>Sonuçlar</a:t>
            </a:r>
            <a:endParaRPr b="0" lang="tr-TR" sz="2500" spc="-1" strike="noStrike">
              <a:solidFill>
                <a:srgbClr val="000000"/>
              </a:solidFill>
              <a:latin typeface="Arial"/>
            </a:endParaRPr>
          </a:p>
          <a:p>
            <a:pPr algn="just" defTabSz="4176360">
              <a:lnSpc>
                <a:spcPct val="100000"/>
              </a:lnSpc>
              <a:spcAft>
                <a:spcPts val="1675"/>
              </a:spcAft>
              <a:tabLst>
                <a:tab algn="l" pos="0"/>
              </a:tabLst>
            </a:pPr>
            <a:r>
              <a:rPr b="0" lang="tr-TR" sz="2000" spc="-1" strike="noStrike">
                <a:solidFill>
                  <a:schemeClr val="dk1"/>
                </a:solidFill>
                <a:latin typeface="Calibri"/>
              </a:rPr>
              <a:t>NetGuard, Security Onion ile karşılaştırılabilir NSM kapsamını Docker ile 30 dakikada ve sıfır lisans maliyetiyle sunar. Çok katmanlı tespit (imza+korelasyon+anomali+kill chain+beaconing), 37 sayfalık modern React dashboard, gerçek zamanlı WebSocket log stream ve AI Alert Explainer (Groq Llama 3.3 70B) ile kurumsal düzeyde güvenlik görünürlüğü sağlanır. Gelecek çalışmalar: UEBA temeli (60+ gün verisi), Arkime tam PCAP entegrasyonu ve TheHive SOAR bağlantısı.</a:t>
            </a:r>
            <a:endParaRPr b="0" lang="tr-TR" sz="2000" spc="-1" strike="noStrike">
              <a:solidFill>
                <a:srgbClr val="000000"/>
              </a:solidFill>
              <a:latin typeface="Arial"/>
            </a:endParaRPr>
          </a:p>
        </p:txBody>
      </p:sp>
      <p:sp>
        <p:nvSpPr>
          <p:cNvPr id="93" name="Dikdörtgen 26"/>
          <p:cNvSpPr/>
          <p:nvPr/>
        </p:nvSpPr>
        <p:spPr>
          <a:xfrm>
            <a:off x="12601440" y="26901360"/>
            <a:ext cx="11990880" cy="3866400"/>
          </a:xfrm>
          <a:prstGeom prst="rect">
            <a:avLst/>
          </a:prstGeom>
          <a:noFill/>
          <a:ln w="0">
            <a:noFill/>
          </a:ln>
        </p:spPr>
        <p:style>
          <a:lnRef idx="0"/>
          <a:fillRef idx="0"/>
          <a:effectRef idx="0"/>
          <a:fontRef idx="minor"/>
        </p:style>
        <p:txBody>
          <a:bodyPr lIns="76680" rIns="76680" tIns="38160" bIns="38160" anchor="t">
            <a:spAutoFit/>
          </a:bodyPr>
          <a:p>
            <a:pPr algn="ctr" defTabSz="3497400">
              <a:lnSpc>
                <a:spcPct val="100000"/>
              </a:lnSpc>
              <a:spcAft>
                <a:spcPts val="1675"/>
              </a:spcAft>
            </a:pPr>
            <a:r>
              <a:rPr b="1" lang="tr-TR" sz="2500" spc="-1" strike="noStrike">
                <a:solidFill>
                  <a:schemeClr val="dk1"/>
                </a:solidFill>
                <a:latin typeface="Times New Roman"/>
              </a:rPr>
              <a:t>Kaynaklar</a:t>
            </a:r>
            <a:endParaRPr b="0" lang="tr-TR" sz="25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[1] NIST SP 800-94 Rev.1 — IDPS Kılavuzu</a:t>
            </a:r>
            <a:endParaRPr b="0" lang="tr-TR" sz="18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[2] CIS Controls v8.1, Center for Internet Security</a:t>
            </a:r>
            <a:endParaRPr b="0" lang="tr-TR" sz="18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[3] MITRE ATT&amp;CK v17, MITRE Corporation</a:t>
            </a:r>
            <a:endParaRPr b="0" lang="tr-TR" sz="18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[4] Verizon DBIR 2025, Verizon Enterprise</a:t>
            </a:r>
            <a:endParaRPr b="0" lang="tr-TR" sz="18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[5] CrowdStrike 2025 Global Threat Report</a:t>
            </a:r>
            <a:endParaRPr b="0" lang="tr-TR" sz="18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[6] SANS NSM Course, R. Bejtlich</a:t>
            </a:r>
            <a:endParaRPr b="0" lang="tr-TR" sz="1800" spc="-1" strike="noStrike">
              <a:solidFill>
                <a:srgbClr val="000000"/>
              </a:solidFill>
              <a:latin typeface="Arial"/>
            </a:endParaRPr>
          </a:p>
          <a:p>
            <a:pPr defTabSz="3497400">
              <a:lnSpc>
                <a:spcPct val="100000"/>
              </a:lnSpc>
              <a:spcAft>
                <a:spcPts val="1675"/>
              </a:spcAft>
            </a:pPr>
            <a:r>
              <a:rPr b="0" lang="tr-TR" sz="1800" spc="-1" strike="noStrike">
                <a:solidFill>
                  <a:schemeClr val="dk1"/>
                </a:solidFill>
                <a:latin typeface="Calibri"/>
              </a:rPr>
              <a:t>[7] Community ID Spec, Corelight (RFC)</a:t>
            </a:r>
            <a:endParaRPr b="0" lang="tr-TR" sz="1800" spc="-1" strike="noStrike">
              <a:solidFill>
                <a:srgbClr val="000000"/>
              </a:solidFill>
              <a:latin typeface="Arial"/>
            </a:endParaRPr>
          </a:p>
        </p:txBody>
      </p:sp>
      <p:pic>
        <p:nvPicPr>
          <p:cNvPr id="94" name="Picture 5" descr="C:\Users\MFA\Desktop\r.png"/>
          <p:cNvPicPr/>
          <p:nvPr/>
        </p:nvPicPr>
        <p:blipFill>
          <a:blip r:embed="rId8"/>
          <a:stretch/>
        </p:blipFill>
        <p:spPr>
          <a:xfrm>
            <a:off x="13224600" y="30240000"/>
            <a:ext cx="10355400" cy="5205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is Teması">
  <a:themeElements>
    <a:clrScheme name="Ofis">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350</TotalTime>
  <Application>LibreOffice/24.2.7.2$Linux_X86_64 LibreOffice_project/420$Build-2</Application>
  <AppVersion>15.0000</AppVersion>
  <Words>952</Words>
  <Paragraphs>71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2012-11-19T22:28:04Z</dcterms:created>
  <dc:creator>MFA</dc:creator>
  <dc:description/>
  <dc:language>tr-TR</dc:language>
  <cp:lastModifiedBy/>
  <dcterms:modified xsi:type="dcterms:W3CDTF">2026-06-08T09:45:57Z</dcterms:modified>
  <cp:revision>49</cp:revision>
  <dc:subject/>
  <dc:title>PowerPoint Sunusu</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Özel</vt:lpwstr>
  </property>
  <property fmtid="{D5CDD505-2E9C-101B-9397-08002B2CF9AE}" pid="3" name="Slides">
    <vt:i4>1</vt:i4>
  </property>
</Properties>
</file>